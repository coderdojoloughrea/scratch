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.jpeg" ContentType="image/jpeg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1pPr>
    <a:lvl2pPr marL="0" marR="0" indent="2286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2pPr>
    <a:lvl3pPr marL="0" marR="0" indent="4572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3pPr>
    <a:lvl4pPr marL="0" marR="0" indent="6858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4pPr>
    <a:lvl5pPr marL="0" marR="0" indent="9144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5pPr>
    <a:lvl6pPr marL="0" marR="0" indent="11430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6pPr>
    <a:lvl7pPr marL="0" marR="0" indent="13716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7pPr>
    <a:lvl8pPr marL="0" marR="0" indent="16002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8pPr>
    <a:lvl9pPr marL="0" marR="0" indent="18288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2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879BBB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879BBB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4B13F">
              <a:alpha val="90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882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78BC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left>
          <a:right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right>
          <a:top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top>
          <a:bottom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bottom>
          <a:insideH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insideH>
          <a:insideV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FFFFFF">
                  <a:alpha val="75000"/>
                </a:srgbClr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54545">
              <a:alpha val="41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>
                  <a:alpha val="75000"/>
                </a:srgb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282A2F"/>
        </a:fontRef>
        <a:srgbClr val="282A2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FFFFFF">
                  <a:alpha val="75000"/>
                </a:srgb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BD5C">
              <a:alpha val="82000"/>
            </a:srgbClr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254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94B285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254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9487B7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254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7A8DB2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EDEDF">
              <a:alpha val="19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444C55">
              <a:alpha val="50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33373B">
              <a:alpha val="50000"/>
            </a:srgb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33373B">
              <a:alpha val="50000"/>
            </a:srgbClr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left>
          <a:right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right>
          <a:top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top>
          <a:bottom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bottom>
          <a:insideH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insideH>
          <a:insideV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270000" y="2616200"/>
            <a:ext cx="10464800" cy="2540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270000" y="5207000"/>
            <a:ext cx="10464800" cy="1663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228600" algn="ctr">
              <a:spcBef>
                <a:spcPts val="0"/>
              </a:spcBef>
              <a:buSzTx/>
              <a:buNone/>
            </a:lvl2pPr>
            <a:lvl3pPr marL="0" indent="457200" algn="ctr">
              <a:spcBef>
                <a:spcPts val="0"/>
              </a:spcBef>
              <a:buSzTx/>
              <a:buNone/>
            </a:lvl3pPr>
            <a:lvl4pPr marL="0" indent="685800" algn="ctr">
              <a:spcBef>
                <a:spcPts val="0"/>
              </a:spcBef>
              <a:buSzTx/>
              <a:buNone/>
            </a:lvl4pPr>
            <a:lvl5pPr marL="0" indent="914400" algn="ctr">
              <a:spcBef>
                <a:spcPts val="0"/>
              </a:spcBef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/>
          <p:nvPr>
            <p:ph type="pic" idx="13"/>
          </p:nvPr>
        </p:nvSpPr>
        <p:spPr>
          <a:xfrm>
            <a:off x="1181100" y="1160942"/>
            <a:ext cx="10642600" cy="55118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1181100" y="6794500"/>
            <a:ext cx="10642600" cy="15113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181100" y="8382000"/>
            <a:ext cx="10642600" cy="939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228600" algn="ctr">
              <a:spcBef>
                <a:spcPts val="0"/>
              </a:spcBef>
              <a:buSzTx/>
              <a:buNone/>
            </a:lvl2pPr>
            <a:lvl3pPr marL="0" indent="457200" algn="ctr">
              <a:spcBef>
                <a:spcPts val="0"/>
              </a:spcBef>
              <a:buSzTx/>
              <a:buNone/>
            </a:lvl3pPr>
            <a:lvl4pPr marL="0" indent="685800" algn="ctr">
              <a:spcBef>
                <a:spcPts val="0"/>
              </a:spcBef>
              <a:buSzTx/>
              <a:buNone/>
            </a:lvl4pPr>
            <a:lvl5pPr marL="0" indent="914400" algn="ctr">
              <a:spcBef>
                <a:spcPts val="0"/>
              </a:spcBef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270000" y="3606800"/>
            <a:ext cx="10464800" cy="2540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/>
          <p:nvPr>
            <p:ph type="pic" sz="half" idx="13"/>
          </p:nvPr>
        </p:nvSpPr>
        <p:spPr>
          <a:xfrm>
            <a:off x="7226300" y="1231900"/>
            <a:ext cx="4914900" cy="69977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609600" y="1155700"/>
            <a:ext cx="5994400" cy="3568700"/>
          </a:xfrm>
          <a:prstGeom prst="rect">
            <a:avLst/>
          </a:prstGeom>
        </p:spPr>
        <p:txBody>
          <a:bodyPr anchor="b"/>
          <a:lstStyle>
            <a:lvl1pPr>
              <a:defRPr sz="58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609600" y="4762500"/>
            <a:ext cx="5994400" cy="3568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228600" algn="ctr">
              <a:spcBef>
                <a:spcPts val="0"/>
              </a:spcBef>
              <a:buSzTx/>
              <a:buNone/>
            </a:lvl2pPr>
            <a:lvl3pPr marL="0" indent="457200" algn="ctr">
              <a:spcBef>
                <a:spcPts val="0"/>
              </a:spcBef>
              <a:buSzTx/>
              <a:buNone/>
            </a:lvl3pPr>
            <a:lvl4pPr marL="0" indent="685800" algn="ctr">
              <a:spcBef>
                <a:spcPts val="0"/>
              </a:spcBef>
              <a:buSzTx/>
              <a:buNone/>
            </a:lvl4pPr>
            <a:lvl5pPr marL="0" indent="914400" algn="ctr">
              <a:spcBef>
                <a:spcPts val="0"/>
              </a:spcBef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xfrm>
            <a:off x="1270000" y="2768600"/>
            <a:ext cx="10464800" cy="5740400"/>
          </a:xfrm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/>
          <p:nvPr>
            <p:ph type="pic" sz="half" idx="13"/>
          </p:nvPr>
        </p:nvSpPr>
        <p:spPr>
          <a:xfrm>
            <a:off x="6972300" y="2984500"/>
            <a:ext cx="4747115" cy="60198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1270000" y="2946400"/>
            <a:ext cx="5270500" cy="6096000"/>
          </a:xfrm>
          <a:prstGeom prst="rect">
            <a:avLst/>
          </a:prstGeom>
        </p:spPr>
        <p:txBody>
          <a:bodyPr/>
          <a:lstStyle>
            <a:lvl1pPr marL="482600" indent="-482600">
              <a:spcBef>
                <a:spcPts val="3200"/>
              </a:spcBef>
              <a:buBlip>
                <a:blip r:embed="rId2"/>
              </a:buBlip>
              <a:defRPr sz="3200"/>
            </a:lvl1pPr>
            <a:lvl2pPr marL="965200" indent="-482600">
              <a:spcBef>
                <a:spcPts val="3200"/>
              </a:spcBef>
              <a:buBlip>
                <a:blip r:embed="rId2"/>
              </a:buBlip>
              <a:defRPr sz="3200"/>
            </a:lvl2pPr>
            <a:lvl3pPr marL="1447800" indent="-482600">
              <a:spcBef>
                <a:spcPts val="3200"/>
              </a:spcBef>
              <a:buBlip>
                <a:blip r:embed="rId2"/>
              </a:buBlip>
              <a:defRPr sz="3200"/>
            </a:lvl3pPr>
            <a:lvl4pPr marL="1930400" indent="-482600">
              <a:spcBef>
                <a:spcPts val="3200"/>
              </a:spcBef>
              <a:buBlip>
                <a:blip r:embed="rId2"/>
              </a:buBlip>
              <a:defRPr sz="3200"/>
            </a:lvl4pPr>
            <a:lvl5pPr marL="2413000" indent="-482600">
              <a:spcBef>
                <a:spcPts val="3200"/>
              </a:spcBef>
              <a:buBlip>
                <a:blip r:embed="rId2"/>
              </a:buBlip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xfrm>
            <a:off x="6256723" y="9197831"/>
            <a:ext cx="409839" cy="454170"/>
          </a:xfrm>
          <a:prstGeom prst="rect">
            <a:avLst/>
          </a:prstGeom>
        </p:spPr>
        <p:txBody>
          <a:bodyPr/>
          <a:lstStyle>
            <a:lvl1pPr algn="r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/>
          <p:nvPr>
            <p:ph type="pic" sz="quarter" idx="13"/>
          </p:nvPr>
        </p:nvSpPr>
        <p:spPr>
          <a:xfrm>
            <a:off x="7273168" y="5018682"/>
            <a:ext cx="4927601" cy="39370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Image"/>
          <p:cNvSpPr/>
          <p:nvPr>
            <p:ph type="pic" sz="quarter" idx="14"/>
          </p:nvPr>
        </p:nvSpPr>
        <p:spPr>
          <a:xfrm rot="21600000">
            <a:off x="7269536" y="774699"/>
            <a:ext cx="4927601" cy="39370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Image"/>
          <p:cNvSpPr/>
          <p:nvPr>
            <p:ph type="pic" sz="half" idx="15"/>
          </p:nvPr>
        </p:nvSpPr>
        <p:spPr>
          <a:xfrm rot="21600000">
            <a:off x="787399" y="774699"/>
            <a:ext cx="6159501" cy="82042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13"/>
          </p:nvPr>
        </p:nvSpPr>
        <p:spPr>
          <a:xfrm>
            <a:off x="1270000" y="6362700"/>
            <a:ext cx="10464800" cy="5715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14"/>
          </p:nvPr>
        </p:nvSpPr>
        <p:spPr>
          <a:xfrm>
            <a:off x="1270000" y="4518049"/>
            <a:ext cx="10464800" cy="71750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2400"/>
              </a:spcBef>
              <a:buSzTx/>
              <a:buNone/>
              <a:defRPr sz="3800"/>
            </a:lvl1pPr>
          </a:lstStyle>
          <a:p>
            <a:pPr/>
            <a:r>
              <a:t>“Type a quote here.”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  <a:ln w="88900"/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/>
          </p:nvPr>
        </p:nvSpPr>
        <p:spPr>
          <a:xfrm>
            <a:off x="1270000" y="1066800"/>
            <a:ext cx="10464800" cy="76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buBlip>
                <a:blip r:embed="rId3"/>
              </a:buBlip>
            </a:lvl1pPr>
            <a:lvl2pPr>
              <a:buBlip>
                <a:blip r:embed="rId3"/>
              </a:buBlip>
            </a:lvl2pPr>
            <a:lvl3pPr>
              <a:buBlip>
                <a:blip r:embed="rId3"/>
              </a:buBlip>
            </a:lvl3pPr>
            <a:lvl4pPr>
              <a:buBlip>
                <a:blip r:embed="rId3"/>
              </a:buBlip>
            </a:lvl4pPr>
            <a:lvl5pPr>
              <a:buBlip>
                <a:blip r:embed="rId3"/>
              </a:buBlip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1270000" y="203200"/>
            <a:ext cx="10464800" cy="25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297011" y="9197831"/>
            <a:ext cx="409839" cy="45417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1pPr>
      <a:lvl2pPr marL="0" marR="0" indent="228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2pPr>
      <a:lvl3pPr marL="0" marR="0" indent="457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3pPr>
      <a:lvl4pPr marL="0" marR="0" indent="685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4pPr>
      <a:lvl5pPr marL="0" marR="0" indent="914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5pPr>
      <a:lvl6pPr marL="0" marR="0" indent="11430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6pPr>
      <a:lvl7pPr marL="0" marR="0" indent="1371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7pPr>
      <a:lvl8pPr marL="0" marR="0" indent="1600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8pPr>
      <a:lvl9pPr marL="0" marR="0" indent="1828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9pPr>
    </p:titleStyle>
    <p:bodyStyle>
      <a:lvl1pPr marL="5715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1pPr>
      <a:lvl2pPr marL="11430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2pPr>
      <a:lvl3pPr marL="17145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3pPr>
      <a:lvl4pPr marL="22860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4pPr>
      <a:lvl5pPr marL="28575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5pPr>
      <a:lvl6pPr marL="34290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6pPr>
      <a:lvl7pPr marL="40005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7pPr>
      <a:lvl8pPr marL="45720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8pPr>
      <a:lvl9pPr marL="51435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9pPr>
    </p:bodyStyle>
    <p:other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1pPr>
      <a:lvl2pPr marL="0" marR="0" indent="228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2pPr>
      <a:lvl3pPr marL="0" marR="0" indent="457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3pPr>
      <a:lvl4pPr marL="0" marR="0" indent="685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4pPr>
      <a:lvl5pPr marL="0" marR="0" indent="914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5pPr>
      <a:lvl6pPr marL="0" marR="0" indent="11430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6pPr>
      <a:lvl7pPr marL="0" marR="0" indent="1371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7pPr>
      <a:lvl8pPr marL="0" marR="0" indent="1600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8pPr>
      <a:lvl9pPr marL="0" marR="0" indent="1828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Anthony’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Anthony’s</a:t>
            </a:r>
          </a:p>
        </p:txBody>
      </p:sp>
      <p:sp>
        <p:nvSpPr>
          <p:cNvPr id="120" name="Drawing Machin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Drawing Machine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Data to draw with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 to draw with</a:t>
            </a:r>
          </a:p>
        </p:txBody>
      </p:sp>
      <p:grpSp>
        <p:nvGrpSpPr>
          <p:cNvPr id="125" name="Image"/>
          <p:cNvGrpSpPr/>
          <p:nvPr/>
        </p:nvGrpSpPr>
        <p:grpSpPr>
          <a:xfrm>
            <a:off x="5467350" y="3238500"/>
            <a:ext cx="6388226" cy="4410938"/>
            <a:chOff x="0" y="0"/>
            <a:chExt cx="6388225" cy="4410937"/>
          </a:xfrm>
        </p:grpSpPr>
        <p:pic>
          <p:nvPicPr>
            <p:cNvPr id="124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4450" y="44450"/>
              <a:ext cx="6299326" cy="4322038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23" name="Image" descr="Image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6388226" cy="4410938"/>
            </a:xfrm>
            <a:prstGeom prst="rect">
              <a:avLst/>
            </a:prstGeom>
            <a:effectLst/>
          </p:spPr>
        </p:pic>
      </p:grpSp>
      <p:pic>
        <p:nvPicPr>
          <p:cNvPr id="126" name="Line" descr="Lin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030291" y="6337653"/>
            <a:ext cx="1453506" cy="88901"/>
          </a:xfrm>
          <a:prstGeom prst="rect">
            <a:avLst/>
          </a:prstGeom>
        </p:spPr>
      </p:pic>
      <p:sp>
        <p:nvSpPr>
          <p:cNvPr id="128" name="Right click…"/>
          <p:cNvSpPr txBox="1"/>
          <p:nvPr/>
        </p:nvSpPr>
        <p:spPr>
          <a:xfrm>
            <a:off x="186802" y="5720595"/>
            <a:ext cx="4909596" cy="215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Right click</a:t>
            </a:r>
          </a:p>
          <a:p>
            <a:pPr/>
            <a:r>
              <a:t>On a variable</a:t>
            </a:r>
          </a:p>
          <a:p>
            <a:pPr/>
            <a:r>
              <a:t>And pick slider</a:t>
            </a:r>
          </a:p>
        </p:txBody>
      </p:sp>
      <p:pic>
        <p:nvPicPr>
          <p:cNvPr id="129" name="Rectangle" descr="Rectangle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356350" y="5945931"/>
            <a:ext cx="1384300" cy="718941"/>
          </a:xfrm>
          <a:prstGeom prst="rect">
            <a:avLst/>
          </a:prstGeom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p:spPr>
      </p:pic>
      <p:sp>
        <p:nvSpPr>
          <p:cNvPr id="130" name="Create your…"/>
          <p:cNvSpPr txBox="1"/>
          <p:nvPr/>
        </p:nvSpPr>
        <p:spPr>
          <a:xfrm>
            <a:off x="537195" y="3178536"/>
            <a:ext cx="4208810" cy="1466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Create your </a:t>
            </a:r>
          </a:p>
          <a:p>
            <a:pPr/>
            <a:r>
              <a:t>variables</a:t>
            </a:r>
          </a:p>
        </p:txBody>
      </p:sp>
      <p:pic>
        <p:nvPicPr>
          <p:cNvPr id="131" name="Rectangle" descr="Rectangle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58750" y="5613251"/>
            <a:ext cx="4965700" cy="2366616"/>
          </a:xfrm>
          <a:prstGeom prst="rect">
            <a:avLst/>
          </a:prstGeom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p:spPr>
      </p:pic>
      <p:pic>
        <p:nvPicPr>
          <p:cNvPr id="132" name="Rectangle" descr="Rectangle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66750" y="2990850"/>
            <a:ext cx="3949700" cy="1741141"/>
          </a:xfrm>
          <a:prstGeom prst="rect">
            <a:avLst/>
          </a:prstGeom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p:spPr>
      </p:pic>
      <p:pic>
        <p:nvPicPr>
          <p:cNvPr id="133" name="Line" descr="Line"/>
          <p:cNvPicPr>
            <a:picLocks noChangeAspect="0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 rot="79445">
            <a:off x="4568889" y="3957003"/>
            <a:ext cx="4485416" cy="405069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Image"/>
          <p:cNvGrpSpPr/>
          <p:nvPr/>
        </p:nvGrpSpPr>
        <p:grpSpPr>
          <a:xfrm>
            <a:off x="215900" y="730249"/>
            <a:ext cx="6184394" cy="7506071"/>
            <a:chOff x="0" y="0"/>
            <a:chExt cx="6184393" cy="7506069"/>
          </a:xfrm>
        </p:grpSpPr>
        <p:pic>
          <p:nvPicPr>
            <p:cNvPr id="137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4450" y="44449"/>
              <a:ext cx="6095494" cy="7417171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36" name="Image" descr="Image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-1"/>
              <a:ext cx="6184394" cy="7506071"/>
            </a:xfrm>
            <a:prstGeom prst="rect">
              <a:avLst/>
            </a:prstGeom>
            <a:effectLst/>
          </p:spPr>
        </p:pic>
      </p:grpSp>
      <p:sp>
        <p:nvSpPr>
          <p:cNvPr id="139" name="Starting position…"/>
          <p:cNvSpPr txBox="1"/>
          <p:nvPr/>
        </p:nvSpPr>
        <p:spPr>
          <a:xfrm>
            <a:off x="6564166" y="523410"/>
            <a:ext cx="6080666" cy="7919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666750" indent="-666750">
              <a:buSzPct val="100000"/>
              <a:buChar char="-"/>
              <a:defRPr sz="3000"/>
            </a:pPr>
            <a:r>
              <a:t>Starting position</a:t>
            </a:r>
          </a:p>
          <a:p>
            <a:pPr marL="666750" indent="-666750">
              <a:buSzPct val="100000"/>
              <a:buChar char="-"/>
              <a:defRPr sz="3000"/>
            </a:pPr>
            <a:r>
              <a:t>Clear the canvas</a:t>
            </a:r>
          </a:p>
          <a:p>
            <a:pPr marL="666750" indent="-666750">
              <a:buSzPct val="100000"/>
              <a:buChar char="-"/>
              <a:defRPr sz="3000"/>
            </a:pPr>
            <a:r>
              <a:t>Repeat for the number of shapes you want to draw</a:t>
            </a:r>
          </a:p>
          <a:p>
            <a:pPr marL="666750" indent="-666750">
              <a:buSzPct val="100000"/>
              <a:buChar char="-"/>
              <a:defRPr sz="3000"/>
            </a:pPr>
            <a:r>
              <a:t>Repeat for the number of sides you want on your shape</a:t>
            </a:r>
          </a:p>
          <a:p>
            <a:pPr marL="666750" indent="-666750">
              <a:buSzPct val="100000"/>
              <a:buChar char="-"/>
              <a:defRPr sz="3000"/>
            </a:pPr>
            <a:r>
              <a:t>Divide the a full circle (360 degrees) by the number of sides</a:t>
            </a:r>
          </a:p>
          <a:p>
            <a:pPr marL="666750" indent="-666750">
              <a:buSzPct val="100000"/>
              <a:buChar char="-"/>
              <a:defRPr sz="3000"/>
            </a:pPr>
            <a:r>
              <a:t>Divide the a full circle (360 degrees) by the number of shapes</a:t>
            </a:r>
          </a:p>
        </p:txBody>
      </p:sp>
      <p:pic>
        <p:nvPicPr>
          <p:cNvPr id="140" name="Line" descr="Lin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9647647">
            <a:off x="2895106" y="1352098"/>
            <a:ext cx="3796592" cy="405070"/>
          </a:xfrm>
          <a:prstGeom prst="rect">
            <a:avLst/>
          </a:prstGeom>
        </p:spPr>
      </p:pic>
      <p:pic>
        <p:nvPicPr>
          <p:cNvPr id="142" name="Line" descr="Line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rot="9668581">
            <a:off x="1739954" y="2211128"/>
            <a:ext cx="5079780" cy="405070"/>
          </a:xfrm>
          <a:prstGeom prst="rect">
            <a:avLst/>
          </a:prstGeom>
        </p:spPr>
      </p:pic>
      <p:pic>
        <p:nvPicPr>
          <p:cNvPr id="144" name="Line" descr="Line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 rot="9072058">
            <a:off x="3444719" y="2786037"/>
            <a:ext cx="3455106" cy="405070"/>
          </a:xfrm>
          <a:prstGeom prst="rect">
            <a:avLst/>
          </a:prstGeom>
        </p:spPr>
      </p:pic>
      <p:pic>
        <p:nvPicPr>
          <p:cNvPr id="146" name="Line" descr="Line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 rot="9931391">
            <a:off x="3736721" y="3898405"/>
            <a:ext cx="2865566" cy="405070"/>
          </a:xfrm>
          <a:prstGeom prst="rect">
            <a:avLst/>
          </a:prstGeom>
        </p:spPr>
      </p:pic>
      <p:pic>
        <p:nvPicPr>
          <p:cNvPr id="148" name="Line" descr="Line"/>
          <p:cNvPicPr>
            <a:picLocks noChangeAspect="0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 rot="9401361">
            <a:off x="5098863" y="5577519"/>
            <a:ext cx="1520831" cy="405070"/>
          </a:xfrm>
          <a:prstGeom prst="rect">
            <a:avLst/>
          </a:prstGeom>
        </p:spPr>
      </p:pic>
      <p:pic>
        <p:nvPicPr>
          <p:cNvPr id="150" name="Line" descr="Line"/>
          <p:cNvPicPr>
            <a:picLocks noChangeAspect="0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 rot="9794510">
            <a:off x="5762232" y="7065068"/>
            <a:ext cx="809471" cy="405069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pecial thanks to Anthony for sharing his code!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47472">
              <a:defRPr sz="5472"/>
            </a:lvl1pPr>
          </a:lstStyle>
          <a:p>
            <a:pPr/>
            <a:r>
              <a:t>Special thanks to Anthony for sharing his code!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Image" descr="Image"/>
          <p:cNvPicPr>
            <a:picLocks noChangeAspect="1"/>
          </p:cNvPicPr>
          <p:nvPr>
            <p:ph type="pic" idx="13"/>
          </p:nvPr>
        </p:nvPicPr>
        <p:blipFill>
          <a:blip r:embed="rId2">
            <a:extLst/>
          </a:blip>
          <a:srcRect l="2961" t="0" r="2961" b="0"/>
          <a:stretch>
            <a:fillRect/>
          </a:stretch>
        </p:blipFill>
        <p:spPr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2.jpe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2.jpeg"/></Relationships>

</file>

<file path=ppt/theme/theme1.xml><?xml version="1.0" encoding="utf-8"?>
<a:theme xmlns:a="http://schemas.openxmlformats.org/drawingml/2006/main" xmlns:r="http://schemas.openxmlformats.org/officeDocument/2006/relationships" name="Chalkboard">
  <a:themeElements>
    <a:clrScheme name="Chalkboard">
      <a:dk1>
        <a:srgbClr val="BC00FF"/>
      </a:dk1>
      <a:lt1>
        <a:srgbClr val="FFFFFF"/>
      </a:lt1>
      <a:dk2>
        <a:srgbClr val="51504D"/>
      </a:dk2>
      <a:lt2>
        <a:srgbClr val="CBC8C2"/>
      </a:lt2>
      <a:accent1>
        <a:srgbClr val="71B0E2"/>
      </a:accent1>
      <a:accent2>
        <a:srgbClr val="A8E685"/>
      </a:accent2>
      <a:accent3>
        <a:srgbClr val="FFE181"/>
      </a:accent3>
      <a:accent4>
        <a:srgbClr val="F2A057"/>
      </a:accent4>
      <a:accent5>
        <a:srgbClr val="FF7777"/>
      </a:accent5>
      <a:accent6>
        <a:srgbClr val="D4ABEF"/>
      </a:accent6>
      <a:hlink>
        <a:srgbClr val="0000FF"/>
      </a:hlink>
      <a:folHlink>
        <a:srgbClr val="FF00FF"/>
      </a:folHlink>
    </a:clrScheme>
    <a:fontScheme name="Chalkboard">
      <a:majorFont>
        <a:latin typeface="Chalkduster"/>
        <a:ea typeface="Chalkduster"/>
        <a:cs typeface="Chalkduster"/>
      </a:majorFont>
      <a:minorFont>
        <a:latin typeface="Chalkduster"/>
        <a:ea typeface="Chalkduster"/>
        <a:cs typeface="Chalkduster"/>
      </a:minorFont>
    </a:fontScheme>
    <a:fmtScheme name="Chalkbo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63500" dist="0" dir="162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63500" dist="25400" dir="2700000">
                <a:srgbClr val="000000">
                  <a:alpha val="70000"/>
                </a:srgbClr>
              </a:outerShdw>
            </a:effectLst>
            <a:uFillTx/>
            <a:latin typeface="+mn-lt"/>
            <a:ea typeface="+mn-ea"/>
            <a:cs typeface="+mn-cs"/>
            <a:sym typeface="Chalkduste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>
          <a:noFill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Chalkduste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lkboard">
  <a:themeElements>
    <a:clrScheme name="Chalkboard">
      <a:dk1>
        <a:srgbClr val="000000"/>
      </a:dk1>
      <a:lt1>
        <a:srgbClr val="FFFFFF"/>
      </a:lt1>
      <a:dk2>
        <a:srgbClr val="51504D"/>
      </a:dk2>
      <a:lt2>
        <a:srgbClr val="CBC8C2"/>
      </a:lt2>
      <a:accent1>
        <a:srgbClr val="71B0E2"/>
      </a:accent1>
      <a:accent2>
        <a:srgbClr val="A8E685"/>
      </a:accent2>
      <a:accent3>
        <a:srgbClr val="FFE181"/>
      </a:accent3>
      <a:accent4>
        <a:srgbClr val="F2A057"/>
      </a:accent4>
      <a:accent5>
        <a:srgbClr val="FF7777"/>
      </a:accent5>
      <a:accent6>
        <a:srgbClr val="D4ABEF"/>
      </a:accent6>
      <a:hlink>
        <a:srgbClr val="0000FF"/>
      </a:hlink>
      <a:folHlink>
        <a:srgbClr val="FF00FF"/>
      </a:folHlink>
    </a:clrScheme>
    <a:fontScheme name="Chalkboard">
      <a:majorFont>
        <a:latin typeface="Chalkduster"/>
        <a:ea typeface="Chalkduster"/>
        <a:cs typeface="Chalkduster"/>
      </a:majorFont>
      <a:minorFont>
        <a:latin typeface="Chalkduster"/>
        <a:ea typeface="Chalkduster"/>
        <a:cs typeface="Chalkduster"/>
      </a:minorFont>
    </a:fontScheme>
    <a:fmtScheme name="Chalkbo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63500" dist="0" dir="162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63500" dist="25400" dir="2700000">
                <a:srgbClr val="000000">
                  <a:alpha val="70000"/>
                </a:srgbClr>
              </a:outerShdw>
            </a:effectLst>
            <a:uFillTx/>
            <a:latin typeface="+mn-lt"/>
            <a:ea typeface="+mn-ea"/>
            <a:cs typeface="+mn-cs"/>
            <a:sym typeface="Chalkduste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>
          <a:noFill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Chalkduste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