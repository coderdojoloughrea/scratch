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.jpeg" ContentType="image/jpeg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1pPr>
    <a:lvl2pPr marL="0" marR="0" indent="2286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2pPr>
    <a:lvl3pPr marL="0" marR="0" indent="4572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3pPr>
    <a:lvl4pPr marL="0" marR="0" indent="6858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4pPr>
    <a:lvl5pPr marL="0" marR="0" indent="9144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5pPr>
    <a:lvl6pPr marL="0" marR="0" indent="11430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6pPr>
    <a:lvl7pPr marL="0" marR="0" indent="13716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7pPr>
    <a:lvl8pPr marL="0" marR="0" indent="16002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8pPr>
    <a:lvl9pPr marL="0" marR="0" indent="1828800" algn="ctr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Chalkduste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2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879BBB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879BBB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4B13F">
              <a:alpha val="90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882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78BC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top>
          <a:bottom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bottom>
          <a:insideH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insideH>
          <a:insideV>
            <a:ln w="25400" cap="flat">
              <a:solidFill>
                <a:srgbClr val="FFFFFF">
                  <a:alpha val="75000"/>
                </a:srgbClr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54545">
              <a:alpha val="41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282A2F"/>
        </a:fontRef>
        <a:srgbClr val="282A2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>
                  <a:alpha val="75000"/>
                </a:srgb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D5C">
              <a:alpha val="82000"/>
            </a:srgb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254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94B2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254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9487B7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254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7A8DB2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EDEDF">
              <a:alpha val="19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444C55">
              <a:alpha val="50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33373B">
              <a:alpha val="50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33373B">
              <a:alpha val="50000"/>
            </a:srgbClr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FFFFFF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>
              <a:alpha val="1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2616200"/>
            <a:ext cx="10464800" cy="2540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207000"/>
            <a:ext cx="10464800" cy="1663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228600" algn="ctr">
              <a:spcBef>
                <a:spcPts val="0"/>
              </a:spcBef>
              <a:buSzTx/>
              <a:buNone/>
            </a:lvl2pPr>
            <a:lvl3pPr marL="0" indent="457200" algn="ctr">
              <a:spcBef>
                <a:spcPts val="0"/>
              </a:spcBef>
              <a:buSzTx/>
              <a:buNone/>
            </a:lvl3pPr>
            <a:lvl4pPr marL="0" indent="685800" algn="ctr">
              <a:spcBef>
                <a:spcPts val="0"/>
              </a:spcBef>
              <a:buSzTx/>
              <a:buNone/>
            </a:lvl4pPr>
            <a:lvl5pPr marL="0" indent="91440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13"/>
          </p:nvPr>
        </p:nvSpPr>
        <p:spPr>
          <a:xfrm>
            <a:off x="1181100" y="1160942"/>
            <a:ext cx="10642600" cy="55118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181100" y="6794500"/>
            <a:ext cx="10642600" cy="15113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181100" y="8382000"/>
            <a:ext cx="10642600" cy="939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228600" algn="ctr">
              <a:spcBef>
                <a:spcPts val="0"/>
              </a:spcBef>
              <a:buSzTx/>
              <a:buNone/>
            </a:lvl2pPr>
            <a:lvl3pPr marL="0" indent="457200" algn="ctr">
              <a:spcBef>
                <a:spcPts val="0"/>
              </a:spcBef>
              <a:buSzTx/>
              <a:buNone/>
            </a:lvl3pPr>
            <a:lvl4pPr marL="0" indent="685800" algn="ctr">
              <a:spcBef>
                <a:spcPts val="0"/>
              </a:spcBef>
              <a:buSzTx/>
              <a:buNone/>
            </a:lvl4pPr>
            <a:lvl5pPr marL="0" indent="91440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606800"/>
            <a:ext cx="10464800" cy="2540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sz="half" idx="13"/>
          </p:nvPr>
        </p:nvSpPr>
        <p:spPr>
          <a:xfrm>
            <a:off x="7226300" y="1231900"/>
            <a:ext cx="4914900" cy="69977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609600" y="1155700"/>
            <a:ext cx="5994400" cy="3568700"/>
          </a:xfrm>
          <a:prstGeom prst="rect">
            <a:avLst/>
          </a:prstGeom>
        </p:spPr>
        <p:txBody>
          <a:bodyPr anchor="b"/>
          <a:lstStyle>
            <a:lvl1pPr>
              <a:defRPr sz="58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609600" y="4762500"/>
            <a:ext cx="5994400" cy="3568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228600" algn="ctr">
              <a:spcBef>
                <a:spcPts val="0"/>
              </a:spcBef>
              <a:buSzTx/>
              <a:buNone/>
            </a:lvl2pPr>
            <a:lvl3pPr marL="0" indent="457200" algn="ctr">
              <a:spcBef>
                <a:spcPts val="0"/>
              </a:spcBef>
              <a:buSzTx/>
              <a:buNone/>
            </a:lvl3pPr>
            <a:lvl4pPr marL="0" indent="685800" algn="ctr">
              <a:spcBef>
                <a:spcPts val="0"/>
              </a:spcBef>
              <a:buSzTx/>
              <a:buNone/>
            </a:lvl4pPr>
            <a:lvl5pPr marL="0" indent="91440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xfrm>
            <a:off x="1270000" y="2768600"/>
            <a:ext cx="10464800" cy="5740400"/>
          </a:xfrm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sz="half" idx="13"/>
          </p:nvPr>
        </p:nvSpPr>
        <p:spPr>
          <a:xfrm>
            <a:off x="6972300" y="2984500"/>
            <a:ext cx="4747115" cy="60198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270000" y="2946400"/>
            <a:ext cx="5270500" cy="6096000"/>
          </a:xfrm>
          <a:prstGeom prst="rect">
            <a:avLst/>
          </a:prstGeom>
        </p:spPr>
        <p:txBody>
          <a:bodyPr/>
          <a:lstStyle>
            <a:lvl1pPr marL="482600" indent="-482600">
              <a:spcBef>
                <a:spcPts val="3200"/>
              </a:spcBef>
              <a:buBlip>
                <a:blip r:embed="rId2"/>
              </a:buBlip>
              <a:defRPr sz="3200"/>
            </a:lvl1pPr>
            <a:lvl2pPr marL="965200" indent="-482600">
              <a:spcBef>
                <a:spcPts val="3200"/>
              </a:spcBef>
              <a:buBlip>
                <a:blip r:embed="rId2"/>
              </a:buBlip>
              <a:defRPr sz="3200"/>
            </a:lvl2pPr>
            <a:lvl3pPr marL="1447800" indent="-482600">
              <a:spcBef>
                <a:spcPts val="3200"/>
              </a:spcBef>
              <a:buBlip>
                <a:blip r:embed="rId2"/>
              </a:buBlip>
              <a:defRPr sz="3200"/>
            </a:lvl3pPr>
            <a:lvl4pPr marL="1930400" indent="-482600">
              <a:spcBef>
                <a:spcPts val="3200"/>
              </a:spcBef>
              <a:buBlip>
                <a:blip r:embed="rId2"/>
              </a:buBlip>
              <a:defRPr sz="3200"/>
            </a:lvl4pPr>
            <a:lvl5pPr marL="2413000" indent="-482600">
              <a:spcBef>
                <a:spcPts val="3200"/>
              </a:spcBef>
              <a:buBlip>
                <a:blip r:embed="rId2"/>
              </a:buBlip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6256723" y="9197831"/>
            <a:ext cx="409839" cy="454170"/>
          </a:xfrm>
          <a:prstGeom prst="rect">
            <a:avLst/>
          </a:prstGeom>
        </p:spPr>
        <p:txBody>
          <a:bodyPr/>
          <a:lstStyle>
            <a:lvl1pPr algn="r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Blip>
                <a:blip r:embed="rId2"/>
              </a:buBlip>
            </a:lvl1pPr>
            <a:lvl2pPr>
              <a:buBlip>
                <a:blip r:embed="rId2"/>
              </a:buBlip>
            </a:lvl2pPr>
            <a:lvl3pPr>
              <a:buBlip>
                <a:blip r:embed="rId2"/>
              </a:buBlip>
            </a:lvl3pPr>
            <a:lvl4pPr>
              <a:buBlip>
                <a:blip r:embed="rId2"/>
              </a:buBlip>
            </a:lvl4pPr>
            <a:lvl5pPr>
              <a:buBlip>
                <a:blip r:embed="rId2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/>
          <p:nvPr>
            <p:ph type="pic" sz="quarter" idx="13"/>
          </p:nvPr>
        </p:nvSpPr>
        <p:spPr>
          <a:xfrm>
            <a:off x="7273168" y="5018682"/>
            <a:ext cx="4927601" cy="39370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quarter" idx="14"/>
          </p:nvPr>
        </p:nvSpPr>
        <p:spPr>
          <a:xfrm rot="21600000">
            <a:off x="7269536" y="774699"/>
            <a:ext cx="4927601" cy="39370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sz="half" idx="15"/>
          </p:nvPr>
        </p:nvSpPr>
        <p:spPr>
          <a:xfrm rot="21600000">
            <a:off x="787399" y="774699"/>
            <a:ext cx="6159501" cy="82042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/>
          </p:nvPr>
        </p:nvSpPr>
        <p:spPr>
          <a:xfrm>
            <a:off x="1270000" y="6362700"/>
            <a:ext cx="10464800" cy="5715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14"/>
          </p:nvPr>
        </p:nvSpPr>
        <p:spPr>
          <a:xfrm>
            <a:off x="1270000" y="4518049"/>
            <a:ext cx="10464800" cy="71750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2400"/>
              </a:spcBef>
              <a:buSzTx/>
              <a:buNone/>
              <a:defRPr sz="3800"/>
            </a:lvl1pPr>
          </a:lstStyle>
          <a:p>
            <a:pPr/>
            <a:r>
              <a:t>“Type a quote here.”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88900"/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1270000" y="1066800"/>
            <a:ext cx="10464800" cy="76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buBlip>
                <a:blip r:embed="rId3"/>
              </a:buBlip>
            </a:lvl1pPr>
            <a:lvl2pPr>
              <a:buBlip>
                <a:blip r:embed="rId3"/>
              </a:buBlip>
            </a:lvl2pPr>
            <a:lvl3pPr>
              <a:buBlip>
                <a:blip r:embed="rId3"/>
              </a:buBlip>
            </a:lvl3pPr>
            <a:lvl4pPr>
              <a:buBlip>
                <a:blip r:embed="rId3"/>
              </a:buBlip>
            </a:lvl4pPr>
            <a:lvl5pPr>
              <a:buBlip>
                <a:blip r:embed="rId3"/>
              </a:buBlip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1270000" y="203200"/>
            <a:ext cx="104648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97011" y="9197831"/>
            <a:ext cx="409839" cy="45417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1pPr>
      <a:lvl2pPr marL="0" marR="0" indent="228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2pPr>
      <a:lvl3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3pPr>
      <a:lvl4pPr marL="0" marR="0" indent="685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4pPr>
      <a:lvl5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5pPr>
      <a:lvl6pPr marL="0" marR="0" indent="1143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6pPr>
      <a:lvl7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7pPr>
      <a:lvl8pPr marL="0" marR="0" indent="1600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8pPr>
      <a:lvl9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9pPr>
    </p:titleStyle>
    <p:bodyStyle>
      <a:lvl1pPr marL="571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1pPr>
      <a:lvl2pPr marL="11430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2pPr>
      <a:lvl3pPr marL="1714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3pPr>
      <a:lvl4pPr marL="22860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4pPr>
      <a:lvl5pPr marL="2857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5pPr>
      <a:lvl6pPr marL="34290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6pPr>
      <a:lvl7pPr marL="4000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7pPr>
      <a:lvl8pPr marL="45720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8pPr>
      <a:lvl9pPr marL="5143500" marR="0" indent="-571500" algn="l" defTabSz="457200" rtl="0" latinLnBrk="0">
        <a:lnSpc>
          <a:spcPct val="100000"/>
        </a:lnSpc>
        <a:spcBef>
          <a:spcPts val="3600"/>
        </a:spcBef>
        <a:spcAft>
          <a:spcPts val="0"/>
        </a:spcAft>
        <a:buClrTx/>
        <a:buSzPct val="43000"/>
        <a:buFontTx/>
        <a:buBlip>
          <a:blip r:embed="rId3"/>
        </a:buBlip>
        <a:tabLst/>
        <a:defRPr b="0" baseline="0" cap="none" i="0" spc="0" strike="noStrike" sz="36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halkduster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1pPr>
      <a:lvl2pPr marL="0" marR="0" indent="228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2pPr>
      <a:lvl3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3pPr>
      <a:lvl4pPr marL="0" marR="0" indent="685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4pPr>
      <a:lvl5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5pPr>
      <a:lvl6pPr marL="0" marR="0" indent="1143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6pPr>
      <a:lvl7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7pPr>
      <a:lvl8pPr marL="0" marR="0" indent="1600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8pPr>
      <a:lvl9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halkduster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png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Drawing from Scratch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Drawing from Scratch</a:t>
            </a:r>
          </a:p>
        </p:txBody>
      </p:sp>
      <p:sp>
        <p:nvSpPr>
          <p:cNvPr id="120" name="It’s not all about gaming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It’s not all about gaming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Image" descr="Image"/>
          <p:cNvPicPr>
            <a:picLocks noChangeAspect="0"/>
          </p:cNvPicPr>
          <p:nvPr>
            <p:ph type="pic" idx="13"/>
          </p:nvPr>
        </p:nvPicPr>
        <p:blipFill>
          <a:blip r:embed="rId2">
            <a:extLst/>
          </a:blip>
          <a:stretch>
            <a:fillRect/>
          </a:stretch>
        </p:blipFill>
        <p:spPr>
          <a:xfrm>
            <a:off x="7181850" y="1187450"/>
            <a:ext cx="5003800" cy="7086600"/>
          </a:xfrm>
          <a:prstGeom prst="rect">
            <a:avLst/>
          </a:prstGeom>
        </p:spPr>
      </p:pic>
      <p:sp>
        <p:nvSpPr>
          <p:cNvPr id="123" name="Get the set up righ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Get the set up right</a:t>
            </a:r>
          </a:p>
        </p:txBody>
      </p:sp>
      <p:sp>
        <p:nvSpPr>
          <p:cNvPr id="124" name="Clean the board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Clean the board</a:t>
            </a:r>
          </a:p>
          <a:p>
            <a:pPr/>
            <a:r>
              <a:t>Get in position </a:t>
            </a:r>
          </a:p>
          <a:p>
            <a:pPr/>
            <a:r>
              <a:t>Get your pen ready</a:t>
            </a:r>
          </a:p>
          <a:p>
            <a:pPr/>
            <a:r>
              <a:t>Go!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" descr="Image"/>
          <p:cNvPicPr>
            <a:picLocks noChangeAspect="0"/>
          </p:cNvPicPr>
          <p:nvPr>
            <p:ph type="pic" idx="13"/>
          </p:nvPr>
        </p:nvPicPr>
        <p:blipFill>
          <a:blip r:embed="rId2">
            <a:extLst/>
          </a:blip>
          <a:stretch>
            <a:fillRect/>
          </a:stretch>
        </p:blipFill>
        <p:spPr>
          <a:xfrm>
            <a:off x="7181850" y="1187450"/>
            <a:ext cx="5003800" cy="7086600"/>
          </a:xfrm>
          <a:prstGeom prst="rect">
            <a:avLst/>
          </a:prstGeom>
        </p:spPr>
      </p:pic>
      <p:sp>
        <p:nvSpPr>
          <p:cNvPr id="127" name="Move aroun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Move around</a:t>
            </a:r>
          </a:p>
        </p:txBody>
      </p:sp>
      <p:sp>
        <p:nvSpPr>
          <p:cNvPr id="128" name="Let’s figure out what this will draw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Let’s figure out what this will draw…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age" descr="Image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205" t="0" r="205" b="0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Image" descr="Image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7750" t="0" r="7750" b="0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Image" descr="Image"/>
          <p:cNvPicPr>
            <a:picLocks noChangeAspect="0"/>
          </p:cNvPicPr>
          <p:nvPr>
            <p:ph type="pic" idx="13"/>
          </p:nvPr>
        </p:nvPicPr>
        <p:blipFill>
          <a:blip r:embed="rId2">
            <a:extLst/>
          </a:blip>
          <a:stretch>
            <a:fillRect/>
          </a:stretch>
        </p:blipFill>
        <p:spPr>
          <a:xfrm>
            <a:off x="7325121" y="1187450"/>
            <a:ext cx="4717257" cy="7086600"/>
          </a:xfrm>
          <a:prstGeom prst="rect">
            <a:avLst/>
          </a:prstGeom>
        </p:spPr>
      </p:pic>
      <p:sp>
        <p:nvSpPr>
          <p:cNvPr id="135" name="Iter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Iteration</a:t>
            </a:r>
          </a:p>
        </p:txBody>
      </p:sp>
      <p:sp>
        <p:nvSpPr>
          <p:cNvPr id="136" name="Stop repeating yourself!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Stop repeating yourself!</a:t>
            </a:r>
          </a:p>
          <a:p>
            <a:pPr/>
          </a:p>
          <a:p>
            <a:pPr/>
            <a:r>
              <a:t>What will this draw?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Image" descr="Image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242" t="0" r="242" b="911"/>
          <a:stretch>
            <a:fillRect/>
          </a:stretch>
        </p:blipFill>
        <p:spPr>
          <a:xfrm>
            <a:off x="0" y="88900"/>
            <a:ext cx="13004800" cy="96647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Image" descr="Image"/>
          <p:cNvPicPr>
            <a:picLocks noChangeAspect="0"/>
          </p:cNvPicPr>
          <p:nvPr>
            <p:ph type="pic" idx="13"/>
          </p:nvPr>
        </p:nvPicPr>
        <p:blipFill>
          <a:blip r:embed="rId2">
            <a:extLst/>
          </a:blip>
          <a:stretch>
            <a:fillRect/>
          </a:stretch>
        </p:blipFill>
        <p:spPr>
          <a:xfrm>
            <a:off x="3089671" y="1116492"/>
            <a:ext cx="6825458" cy="5600701"/>
          </a:xfrm>
          <a:prstGeom prst="rect">
            <a:avLst/>
          </a:prstGeom>
        </p:spPr>
      </p:pic>
      <p:sp>
        <p:nvSpPr>
          <p:cNvPr id="141" name="Spot the differen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Spot the difference</a:t>
            </a:r>
          </a:p>
        </p:txBody>
      </p:sp>
      <p:sp>
        <p:nvSpPr>
          <p:cNvPr id="142" name="Re-usable patterns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Re-usable patterns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Image" descr="Image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0" t="8517" r="0" b="8517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age" descr="Image"/>
          <p:cNvPicPr>
            <a:picLocks noChangeAspect="0"/>
          </p:cNvPicPr>
          <p:nvPr>
            <p:ph type="pic" idx="13"/>
          </p:nvPr>
        </p:nvPicPr>
        <p:blipFill>
          <a:blip r:embed="rId2">
            <a:extLst/>
          </a:blip>
          <a:stretch>
            <a:fillRect/>
          </a:stretch>
        </p:blipFill>
        <p:spPr>
          <a:xfrm>
            <a:off x="7825184" y="1187449"/>
            <a:ext cx="3717132" cy="7086601"/>
          </a:xfrm>
          <a:prstGeom prst="rect">
            <a:avLst/>
          </a:prstGeom>
        </p:spPr>
      </p:pic>
      <p:sp>
        <p:nvSpPr>
          <p:cNvPr id="147" name="Get loop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Get loopy</a:t>
            </a:r>
          </a:p>
        </p:txBody>
      </p:sp>
      <p:sp>
        <p:nvSpPr>
          <p:cNvPr id="148" name="Loop within a loop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Loop within a loop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" descr="Image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586" t="0" r="586" b="0"/>
          <a:stretch>
            <a:fillRect/>
          </a:stretch>
        </p:blipFill>
        <p:spPr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2.jpe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2.jpeg"/></Relationships>

</file>

<file path=ppt/theme/theme1.xml><?xml version="1.0" encoding="utf-8"?>
<a:theme xmlns:a="http://schemas.openxmlformats.org/drawingml/2006/main" xmlns:r="http://schemas.openxmlformats.org/officeDocument/2006/relationships" name="Chalkboard">
  <a:themeElements>
    <a:clrScheme name="Chalkboard">
      <a:dk1>
        <a:srgbClr val="BC00FF"/>
      </a:dk1>
      <a:lt1>
        <a:srgbClr val="FFFFFF"/>
      </a:lt1>
      <a:dk2>
        <a:srgbClr val="51504D"/>
      </a:dk2>
      <a:lt2>
        <a:srgbClr val="CBC8C2"/>
      </a:lt2>
      <a:accent1>
        <a:srgbClr val="71B0E2"/>
      </a:accent1>
      <a:accent2>
        <a:srgbClr val="A8E685"/>
      </a:accent2>
      <a:accent3>
        <a:srgbClr val="FFE181"/>
      </a:accent3>
      <a:accent4>
        <a:srgbClr val="F2A057"/>
      </a:accent4>
      <a:accent5>
        <a:srgbClr val="FF7777"/>
      </a:accent5>
      <a:accent6>
        <a:srgbClr val="D4ABEF"/>
      </a:accent6>
      <a:hlink>
        <a:srgbClr val="0000FF"/>
      </a:hlink>
      <a:folHlink>
        <a:srgbClr val="FF00FF"/>
      </a:folHlink>
    </a:clrScheme>
    <a:fontScheme name="Chalkboard">
      <a:majorFont>
        <a:latin typeface="Chalkduster"/>
        <a:ea typeface="Chalkduster"/>
        <a:cs typeface="Chalkduster"/>
      </a:majorFont>
      <a:minorFont>
        <a:latin typeface="Chalkduster"/>
        <a:ea typeface="Chalkduster"/>
        <a:cs typeface="Chalkduster"/>
      </a:minorFont>
    </a:fontScheme>
    <a:fmtScheme name="Chalkbo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63500" dist="0" dir="162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63500" dist="25400" dir="2700000">
                <a:srgbClr val="000000">
                  <a:alpha val="70000"/>
                </a:srgbClr>
              </a:outerShdw>
            </a:effectLst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lkboard">
  <a:themeElements>
    <a:clrScheme name="Chalkboard">
      <a:dk1>
        <a:srgbClr val="000000"/>
      </a:dk1>
      <a:lt1>
        <a:srgbClr val="FFFFFF"/>
      </a:lt1>
      <a:dk2>
        <a:srgbClr val="51504D"/>
      </a:dk2>
      <a:lt2>
        <a:srgbClr val="CBC8C2"/>
      </a:lt2>
      <a:accent1>
        <a:srgbClr val="71B0E2"/>
      </a:accent1>
      <a:accent2>
        <a:srgbClr val="A8E685"/>
      </a:accent2>
      <a:accent3>
        <a:srgbClr val="FFE181"/>
      </a:accent3>
      <a:accent4>
        <a:srgbClr val="F2A057"/>
      </a:accent4>
      <a:accent5>
        <a:srgbClr val="FF7777"/>
      </a:accent5>
      <a:accent6>
        <a:srgbClr val="D4ABEF"/>
      </a:accent6>
      <a:hlink>
        <a:srgbClr val="0000FF"/>
      </a:hlink>
      <a:folHlink>
        <a:srgbClr val="FF00FF"/>
      </a:folHlink>
    </a:clrScheme>
    <a:fontScheme name="Chalkboard">
      <a:majorFont>
        <a:latin typeface="Chalkduster"/>
        <a:ea typeface="Chalkduster"/>
        <a:cs typeface="Chalkduster"/>
      </a:majorFont>
      <a:minorFont>
        <a:latin typeface="Chalkduster"/>
        <a:ea typeface="Chalkduster"/>
        <a:cs typeface="Chalkduster"/>
      </a:minorFont>
    </a:fontScheme>
    <a:fmtScheme name="Chalkbo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0" dir="162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63500" dist="0" dir="162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63500" dist="25400" dir="2700000">
                <a:srgbClr val="000000">
                  <a:alpha val="70000"/>
                </a:srgbClr>
              </a:outerShdw>
            </a:effectLst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>
          <a:noFill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Chalkduste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