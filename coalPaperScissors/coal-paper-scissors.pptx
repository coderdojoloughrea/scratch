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9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FDBC-15CD-4E78-8732-B0D7EC00803C}" type="datetimeFigureOut">
              <a:rPr lang="en-US" smtClean="0"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EB5AD-7320-48F0-AF1D-376873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Coal Paper Scissors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Christmas fun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883192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4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we’ll 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How to take user input</a:t>
            </a:r>
            <a:endParaRPr lang="en-GB" dirty="0" smtClean="0"/>
          </a:p>
          <a:p>
            <a:r>
              <a:rPr lang="en-GB" dirty="0" smtClean="0"/>
              <a:t>Make decisions</a:t>
            </a:r>
            <a:endParaRPr lang="en-GB" dirty="0" smtClean="0"/>
          </a:p>
          <a:p>
            <a:r>
              <a:rPr lang="en-GB" dirty="0" smtClean="0"/>
              <a:t>Use broadcasts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3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Explain the game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1026" name="Picture 2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64618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eillyw\Documents\Dojo\Autumn_term_2017\coalPaperScissors\explain-ask-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0848"/>
            <a:ext cx="6568815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81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up a penguin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1031" name="Picture 7" descr="C:\Users\reillyw\Documents\Dojo\Autumn_term_2017\coalPaperScissors\pen-pick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1952624"/>
            <a:ext cx="4180742" cy="414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reillyw\Documents\Dojo\Autumn_term_2017\coalPaperScissors\pengui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04134"/>
            <a:ext cx="1533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17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It’s  a draw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2050" name="Picture 2" descr="C:\Users\reillyw\Documents\Dojo\Autumn_term_2017\coalPaperScissors\draw-user-3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425" y="1835894"/>
            <a:ext cx="5395926" cy="274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83" y="1628800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9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 defensive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3074" name="Picture 2" descr="C:\Users\reillyw\Documents\Dojo\Autumn_term_2017\coalPaperScissors\draw-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86462"/>
            <a:ext cx="5472608" cy="55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5723964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3075" name="Picture 3" descr="C:\Users\reillyw\Documents\Dojo\Autumn_term_2017\coalPaperScissors\pengui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1533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9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coal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4098" name="Picture 2" descr="C:\Users\reillyw\Documents\Dojo\Autumn_term_2017\coalPaperScissors\cooal-pick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84784"/>
            <a:ext cx="5607618" cy="479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37" y="1700808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9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rock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5122" name="Picture 2" descr="C:\Users\reillyw\Documents\Dojo\Autumn_term_2017\coalPaperScissors\paper-pick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859" y="1621784"/>
            <a:ext cx="6793564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95" y="1818684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9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 scissors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5" name="Picture 3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95" y="1818684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reillyw\Documents\Dojo\Autumn_term_2017\coalPaperScissors\scissors--pick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28800"/>
            <a:ext cx="6558612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91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Call an end to it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  <p:pic>
        <p:nvPicPr>
          <p:cNvPr id="5" name="Picture 3" descr="C:\Users\reillyw\Documents\Dojo\Autumn_term_2017\coalPaperScissors\reinde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95" y="1818684"/>
            <a:ext cx="11430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reillyw\Documents\Dojo\Autumn_term_2017\coalPaperScissors\over8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0848"/>
            <a:ext cx="6011435" cy="189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815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Give it the right ending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748030" cy="755650"/>
          </a:xfrm>
          <a:prstGeom prst="rect">
            <a:avLst/>
          </a:prstGeom>
        </p:spPr>
      </p:pic>
      <p:pic>
        <p:nvPicPr>
          <p:cNvPr id="8194" name="Picture 2" descr="C:\Users\reillyw\Documents\Dojo\Autumn_term_2017\coalPaperScissors\over8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636" y="1124744"/>
            <a:ext cx="50387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eillyw\Documents\Dojo\Autumn_term_2017\coalPaperScissors\over8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68" y="1828800"/>
            <a:ext cx="19716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92280" y="6093296"/>
            <a:ext cx="1554143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SAVE and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63</Words>
  <Application>Microsoft Office PowerPoint</Application>
  <PresentationFormat>On-screen Show (4:3)</PresentationFormat>
  <Paragraphs>21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Coal Paper Scissors</vt:lpstr>
      <vt:lpstr>What we’ll learn</vt:lpstr>
      <vt:lpstr>Explain the game</vt:lpstr>
      <vt:lpstr>Pick up a penguin</vt:lpstr>
      <vt:lpstr>It’s  a draw</vt:lpstr>
      <vt:lpstr>Be defensive</vt:lpstr>
      <vt:lpstr>Pick coal</vt:lpstr>
      <vt:lpstr>Pick rock</vt:lpstr>
      <vt:lpstr>Pick scissors</vt:lpstr>
      <vt:lpstr>Call an end to it</vt:lpstr>
      <vt:lpstr>Give it the right ending</vt:lpstr>
    </vt:vector>
  </TitlesOfParts>
  <Company>Avaya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Micro-bit counter</dc:title>
  <dc:creator>reillyw</dc:creator>
  <cp:lastModifiedBy>reillyw</cp:lastModifiedBy>
  <cp:revision>18</cp:revision>
  <dcterms:created xsi:type="dcterms:W3CDTF">2017-10-14T09:46:02Z</dcterms:created>
  <dcterms:modified xsi:type="dcterms:W3CDTF">2017-11-11T11:36:46Z</dcterms:modified>
</cp:coreProperties>
</file>