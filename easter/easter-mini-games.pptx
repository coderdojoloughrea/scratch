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6288"/>
        </a:solidFill>
        <a:effectLst/>
        <a:uFillTx/>
        <a:latin typeface="+mj-lt"/>
        <a:ea typeface="+mj-ea"/>
        <a:cs typeface="+mj-cs"/>
        <a:sym typeface="Georgia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6288"/>
        </a:solidFill>
        <a:effectLst/>
        <a:uFillTx/>
        <a:latin typeface="+mj-lt"/>
        <a:ea typeface="+mj-ea"/>
        <a:cs typeface="+mj-cs"/>
        <a:sym typeface="Georgia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6288"/>
        </a:solidFill>
        <a:effectLst/>
        <a:uFillTx/>
        <a:latin typeface="+mj-lt"/>
        <a:ea typeface="+mj-ea"/>
        <a:cs typeface="+mj-cs"/>
        <a:sym typeface="Georgia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6288"/>
        </a:solidFill>
        <a:effectLst/>
        <a:uFillTx/>
        <a:latin typeface="+mj-lt"/>
        <a:ea typeface="+mj-ea"/>
        <a:cs typeface="+mj-cs"/>
        <a:sym typeface="Georgia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6288"/>
        </a:solidFill>
        <a:effectLst/>
        <a:uFillTx/>
        <a:latin typeface="+mj-lt"/>
        <a:ea typeface="+mj-ea"/>
        <a:cs typeface="+mj-cs"/>
        <a:sym typeface="Georgia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6288"/>
        </a:solidFill>
        <a:effectLst/>
        <a:uFillTx/>
        <a:latin typeface="+mj-lt"/>
        <a:ea typeface="+mj-ea"/>
        <a:cs typeface="+mj-cs"/>
        <a:sym typeface="Georgia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6288"/>
        </a:solidFill>
        <a:effectLst/>
        <a:uFillTx/>
        <a:latin typeface="+mj-lt"/>
        <a:ea typeface="+mj-ea"/>
        <a:cs typeface="+mj-cs"/>
        <a:sym typeface="Georgia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6288"/>
        </a:solidFill>
        <a:effectLst/>
        <a:uFillTx/>
        <a:latin typeface="+mj-lt"/>
        <a:ea typeface="+mj-ea"/>
        <a:cs typeface="+mj-cs"/>
        <a:sym typeface="Georgia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6288"/>
        </a:solidFill>
        <a:effectLst/>
        <a:uFillTx/>
        <a:latin typeface="+mj-lt"/>
        <a:ea typeface="+mj-ea"/>
        <a:cs typeface="+mj-cs"/>
        <a:sym typeface="Georgi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6288"/>
        </a:fontRef>
        <a:srgbClr val="006288"/>
      </a:tcTxStyle>
      <a:tcStyle>
        <a:tcBdr>
          <a:left>
            <a:ln w="12700" cap="flat">
              <a:solidFill>
                <a:srgbClr val="94DBE2"/>
              </a:solidFill>
              <a:prstDash val="solid"/>
              <a:miter lim="400000"/>
            </a:ln>
          </a:left>
          <a:right>
            <a:ln w="12700" cap="flat">
              <a:solidFill>
                <a:srgbClr val="94DBE2"/>
              </a:solidFill>
              <a:prstDash val="solid"/>
              <a:miter lim="400000"/>
            </a:ln>
          </a:right>
          <a:top>
            <a:ln w="12700" cap="flat">
              <a:solidFill>
                <a:srgbClr val="94DBE2"/>
              </a:solidFill>
              <a:prstDash val="solid"/>
              <a:miter lim="400000"/>
            </a:ln>
          </a:top>
          <a:bottom>
            <a:ln w="12700" cap="flat">
              <a:solidFill>
                <a:srgbClr val="94DBE2"/>
              </a:solidFill>
              <a:prstDash val="solid"/>
              <a:miter lim="400000"/>
            </a:ln>
          </a:bottom>
          <a:insideH>
            <a:ln w="12700" cap="flat">
              <a:solidFill>
                <a:srgbClr val="94DBE2"/>
              </a:solidFill>
              <a:prstDash val="solid"/>
              <a:miter lim="400000"/>
            </a:ln>
          </a:insideH>
          <a:insideV>
            <a:ln w="12700" cap="flat">
              <a:solidFill>
                <a:srgbClr val="94DBE2"/>
              </a:solidFill>
              <a:prstDash val="solid"/>
              <a:miter lim="400000"/>
            </a:ln>
          </a:insideV>
        </a:tcBdr>
        <a:fill>
          <a:solidFill>
            <a:srgbClr val="FFFFFF">
              <a:alpha val="80000"/>
            </a:srgbClr>
          </a:solidFill>
        </a:fill>
      </a:tcStyle>
    </a:wholeTbl>
    <a:band2H>
      <a:tcTxStyle b="def" i="def"/>
      <a:tcStyle>
        <a:tcBdr/>
        <a:fill>
          <a:solidFill>
            <a:srgbClr val="FFFFFF">
              <a:alpha val="60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DBDFD4"/>
              </a:solidFill>
              <a:prstDash val="solid"/>
              <a:miter lim="400000"/>
            </a:ln>
          </a:left>
          <a:right>
            <a:ln w="12700" cap="flat">
              <a:solidFill>
                <a:srgbClr val="94DBE2"/>
              </a:solidFill>
              <a:prstDash val="solid"/>
              <a:miter lim="400000"/>
            </a:ln>
          </a:right>
          <a:top>
            <a:ln w="12700" cap="flat">
              <a:solidFill>
                <a:srgbClr val="94DBE2"/>
              </a:solidFill>
              <a:prstDash val="solid"/>
              <a:miter lim="400000"/>
            </a:ln>
          </a:top>
          <a:bottom>
            <a:ln w="12700" cap="flat">
              <a:solidFill>
                <a:srgbClr val="94DBE2"/>
              </a:solidFill>
              <a:prstDash val="solid"/>
              <a:miter lim="400000"/>
            </a:ln>
          </a:bottom>
          <a:insideH>
            <a:ln w="12700" cap="flat">
              <a:solidFill>
                <a:srgbClr val="94DBE2"/>
              </a:solidFill>
              <a:prstDash val="solid"/>
              <a:miter lim="400000"/>
            </a:ln>
          </a:insideH>
          <a:insideV>
            <a:ln w="12700" cap="flat">
              <a:solidFill>
                <a:srgbClr val="94DBE2"/>
              </a:solidFill>
              <a:prstDash val="solid"/>
              <a:miter lim="400000"/>
            </a:ln>
          </a:insideV>
        </a:tcBdr>
        <a:fill>
          <a:solidFill>
            <a:srgbClr val="7BB759"/>
          </a:solidFill>
        </a:fill>
      </a:tcStyle>
    </a:firstCol>
    <a:lastRow>
      <a:tcTxStyle b="off" i="off">
        <a:fontRef idx="minor">
          <a:srgbClr val="006288"/>
        </a:fontRef>
        <a:srgbClr val="006288"/>
      </a:tcTxStyle>
      <a:tcStyle>
        <a:tcBdr>
          <a:left>
            <a:ln w="12700" cap="flat">
              <a:solidFill>
                <a:srgbClr val="94DBE2"/>
              </a:solidFill>
              <a:prstDash val="solid"/>
              <a:miter lim="400000"/>
            </a:ln>
          </a:left>
          <a:right>
            <a:ln w="12700" cap="flat">
              <a:solidFill>
                <a:srgbClr val="94DBE2"/>
              </a:solidFill>
              <a:prstDash val="solid"/>
              <a:miter lim="400000"/>
            </a:ln>
          </a:right>
          <a:top>
            <a:ln w="25400" cap="flat">
              <a:solidFill>
                <a:srgbClr val="94DBE2"/>
              </a:solidFill>
              <a:prstDash val="solid"/>
              <a:miter lim="400000"/>
            </a:ln>
          </a:top>
          <a:bottom>
            <a:ln w="12700" cap="flat">
              <a:solidFill>
                <a:srgbClr val="DBDFD4"/>
              </a:solidFill>
              <a:prstDash val="solid"/>
              <a:miter lim="400000"/>
            </a:ln>
          </a:bottom>
          <a:insideH>
            <a:ln w="12700" cap="flat">
              <a:solidFill>
                <a:srgbClr val="94DBE2"/>
              </a:solidFill>
              <a:prstDash val="solid"/>
              <a:miter lim="400000"/>
            </a:ln>
          </a:insideH>
          <a:insideV>
            <a:ln w="12700" cap="flat">
              <a:solidFill>
                <a:srgbClr val="94DBE2"/>
              </a:solidFill>
              <a:prstDash val="solid"/>
              <a:miter lim="400000"/>
            </a:ln>
          </a:insideV>
        </a:tcBdr>
        <a:fill>
          <a:solidFill>
            <a:srgbClr val="FFFFFF">
              <a:alpha val="80000"/>
            </a:srgbClr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4DBE2"/>
              </a:solidFill>
              <a:prstDash val="solid"/>
              <a:miter lim="400000"/>
            </a:ln>
          </a:left>
          <a:right>
            <a:ln w="12700" cap="flat">
              <a:solidFill>
                <a:srgbClr val="94DBE2"/>
              </a:solidFill>
              <a:prstDash val="solid"/>
              <a:miter lim="400000"/>
            </a:ln>
          </a:right>
          <a:top>
            <a:ln w="12700" cap="flat">
              <a:solidFill>
                <a:srgbClr val="DBDFD4"/>
              </a:solidFill>
              <a:prstDash val="solid"/>
              <a:miter lim="400000"/>
            </a:ln>
          </a:top>
          <a:bottom>
            <a:ln w="12700" cap="flat">
              <a:solidFill>
                <a:srgbClr val="94DBE2"/>
              </a:solidFill>
              <a:prstDash val="solid"/>
              <a:miter lim="400000"/>
            </a:ln>
          </a:bottom>
          <a:insideH>
            <a:ln w="12700" cap="flat">
              <a:solidFill>
                <a:srgbClr val="94DBE2"/>
              </a:solidFill>
              <a:prstDash val="solid"/>
              <a:miter lim="400000"/>
            </a:ln>
          </a:insideH>
          <a:insideV>
            <a:ln w="12700" cap="flat">
              <a:solidFill>
                <a:srgbClr val="94DBE2"/>
              </a:solidFill>
              <a:prstDash val="solid"/>
              <a:miter lim="400000"/>
            </a:ln>
          </a:insideV>
        </a:tcBdr>
        <a:fill>
          <a:solidFill>
            <a:schemeClr val="accent1">
              <a:hueOff val="-218139"/>
              <a:satOff val="-11670"/>
              <a:lumOff val="-10226"/>
              <a:alpha val="90000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-218139"/>
              <a:satOff val="-11670"/>
              <a:lumOff val="-10226"/>
              <a:alpha val="66000"/>
            </a:schemeClr>
          </a:solidFill>
        </a:fill>
      </a:tcStyle>
    </a:wholeTbl>
    <a:band2H>
      <a:tcTxStyle b="def" i="def"/>
      <a:tcStyle>
        <a:tcBdr/>
        <a:fill>
          <a:solidFill>
            <a:schemeClr val="accent1">
              <a:hueOff val="-218139"/>
              <a:satOff val="-11670"/>
              <a:lumOff val="-10226"/>
              <a:alpha val="39000"/>
            </a:scheme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4A1C8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1D61C2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1D61C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EE7C00"/>
        </a:fontRef>
        <a:srgbClr val="EE7C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EFFF6">
              <a:alpha val="81000"/>
            </a:srgbClr>
          </a:solidFill>
        </a:fill>
      </a:tcStyle>
    </a:wholeTbl>
    <a:band2H>
      <a:tcTxStyle b="def" i="def"/>
      <a:tcStyle>
        <a:tcBdr/>
        <a:fill>
          <a:solidFill>
            <a:srgbClr val="FEFFF6">
              <a:alpha val="72000"/>
            </a:srgbClr>
          </a:solidFill>
        </a:fill>
      </a:tcStyle>
    </a:band2H>
    <a:firstCol>
      <a:tcTxStyle b="off" i="off">
        <a:fontRef idx="minor">
          <a:srgbClr val="E35015"/>
        </a:fontRef>
        <a:srgbClr val="E35015"/>
      </a:tcTxStyle>
      <a:tcStyle>
        <a:tcBdr>
          <a:left>
            <a:ln w="0" cap="flat">
              <a:noFill/>
              <a:miter lim="400000"/>
            </a:ln>
          </a:left>
          <a:right>
            <a:ln w="25400" cap="flat">
              <a:solidFill>
                <a:srgbClr val="AAE6E6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EFFF6">
              <a:alpha val="81000"/>
            </a:srgbClr>
          </a:solidFill>
        </a:fill>
      </a:tcStyle>
    </a:firstCol>
    <a:lastRow>
      <a:tcTxStyle b="off" i="off">
        <a:fontRef idx="minor">
          <a:srgbClr val="653F2A"/>
        </a:fontRef>
        <a:srgbClr val="653F2A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AAE6E6"/>
              </a:solidFill>
              <a:custDash>
                <a:ds d="200000" sp="200000"/>
              </a:custDash>
              <a:miter lim="400000"/>
            </a:ln>
          </a:top>
          <a:bottom>
            <a:ln w="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EFFF6">
              <a:alpha val="81000"/>
            </a:srgbClr>
          </a:solidFill>
        </a:fill>
      </a:tcStyle>
    </a:lastRow>
    <a:firstRow>
      <a:tcTxStyle b="off" i="off">
        <a:fontRef idx="minor">
          <a:srgbClr val="653F2A"/>
        </a:fontRef>
        <a:srgbClr val="653F2A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0" cap="flat">
              <a:noFill/>
              <a:miter lim="400000"/>
            </a:ln>
          </a:top>
          <a:bottom>
            <a:ln w="25400" cap="flat">
              <a:solidFill>
                <a:srgbClr val="AAE6E6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EFFF6">
              <a:alpha val="81000"/>
            </a:srgbClr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6288"/>
        </a:fontRef>
        <a:srgbClr val="006288"/>
      </a:tcTxStyle>
      <a:tcStyle>
        <a:tcBdr>
          <a:left>
            <a:ln w="12700" cap="flat">
              <a:solidFill>
                <a:srgbClr val="FFFFFF">
                  <a:alpha val="66000"/>
                </a:srgbClr>
              </a:solidFill>
              <a:prstDash val="solid"/>
              <a:miter lim="400000"/>
            </a:ln>
          </a:left>
          <a:right>
            <a:ln w="12700" cap="flat">
              <a:solidFill>
                <a:srgbClr val="FFFFFF">
                  <a:alpha val="66000"/>
                </a:srgbClr>
              </a:solidFill>
              <a:prstDash val="solid"/>
              <a:miter lim="400000"/>
            </a:ln>
          </a:right>
          <a:top>
            <a:ln w="12700" cap="flat">
              <a:solidFill>
                <a:srgbClr val="FFFFFF">
                  <a:alpha val="66000"/>
                </a:srgbClr>
              </a:solidFill>
              <a:prstDash val="solid"/>
              <a:miter lim="400000"/>
            </a:ln>
          </a:top>
          <a:bottom>
            <a:ln w="12700" cap="flat">
              <a:solidFill>
                <a:srgbClr val="FFFFFF">
                  <a:alpha val="6600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66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66000"/>
                </a:srgbClr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006288">
              <a:alpha val="12000"/>
            </a:srgbClr>
          </a:solidFill>
        </a:fill>
      </a:tcStyle>
    </a:band2H>
    <a:firstCol>
      <a:tcTxStyle b="off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4087B2"/>
          </a:solidFill>
        </a:fill>
      </a:tcStyle>
    </a:firstCol>
    <a:lastRow>
      <a:tcTxStyle b="off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FB46A"/>
          </a:solidFill>
        </a:fill>
      </a:tcStyle>
    </a:lastRow>
    <a:firstRow>
      <a:tcTxStyle b="off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FB46A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444444"/>
        </a:fontRef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DBDFD3"/>
              </a:solidFill>
              <a:prstDash val="solid"/>
              <a:miter lim="400000"/>
            </a:ln>
          </a:top>
          <a:bottom>
            <a:ln w="12700" cap="flat">
              <a:solidFill>
                <a:srgbClr val="DBDFD3"/>
              </a:solidFill>
              <a:prstDash val="solid"/>
              <a:miter lim="400000"/>
            </a:ln>
          </a:bottom>
          <a:insideH>
            <a:ln w="12700" cap="flat">
              <a:solidFill>
                <a:srgbClr val="DBDFD3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F7F7F7"/>
          </a:solidFill>
        </a:fill>
      </a:tcStyle>
    </a:band2H>
    <a:firstCol>
      <a:tcTxStyle b="off" i="off">
        <a:fontRef idx="major">
          <a:srgbClr val="444444"/>
        </a:fontRef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DBDFD3"/>
              </a:solidFill>
              <a:prstDash val="solid"/>
              <a:miter lim="400000"/>
            </a:ln>
          </a:right>
          <a:top>
            <a:ln w="12700" cap="flat">
              <a:solidFill>
                <a:srgbClr val="DBDFD3"/>
              </a:solidFill>
              <a:prstDash val="solid"/>
              <a:miter lim="400000"/>
            </a:ln>
          </a:top>
          <a:bottom>
            <a:ln w="12700" cap="flat">
              <a:solidFill>
                <a:srgbClr val="DBDFD3"/>
              </a:solidFill>
              <a:prstDash val="solid"/>
              <a:miter lim="400000"/>
            </a:ln>
          </a:bottom>
          <a:insideH>
            <a:ln w="12700" cap="flat">
              <a:solidFill>
                <a:srgbClr val="DBDFD3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8E9E8"/>
          </a:solidFill>
        </a:fill>
      </a:tcStyle>
    </a:firstCol>
    <a:lastRow>
      <a:tcTxStyle b="off" i="off">
        <a:fontRef idx="major">
          <a:srgbClr val="444444"/>
        </a:fontRef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DBDFD3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ff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DBDFD3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D3D3D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6288"/>
        </a:fontRef>
        <a:srgbClr val="006288"/>
      </a:tcTxStyle>
      <a:tcStyle>
        <a:tcBdr>
          <a:left>
            <a:ln w="254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left>
          <a:right>
            <a:ln w="254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right>
          <a:top>
            <a:ln w="254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top>
          <a:bottom>
            <a:ln w="254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bottom>
          <a:insideH>
            <a:ln w="254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insideH>
          <a:insideV>
            <a:ln w="254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106AA0">
              <a:alpha val="14000"/>
            </a:srgbClr>
          </a:solidFill>
        </a:fill>
      </a:tcStyle>
    </a:band2H>
    <a:firstCol>
      <a:tcTxStyle b="off" i="off">
        <a:fontRef idx="major">
          <a:srgbClr val="006288"/>
        </a:fontRef>
        <a:srgbClr val="006288"/>
      </a:tcTxStyle>
      <a:tcStyle>
        <a:tcBdr>
          <a:left>
            <a:ln w="12700" cap="flat">
              <a:noFill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254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top>
          <a:bottom>
            <a:ln w="254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bottom>
          <a:insideH>
            <a:ln w="254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insideH>
          <a:insideV>
            <a:ln w="254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ff" i="off">
        <a:fontRef idx="major">
          <a:srgbClr val="006288"/>
        </a:fontRef>
        <a:srgbClr val="006288"/>
      </a:tcTxStyle>
      <a:tcStyle>
        <a:tcBdr>
          <a:left>
            <a:ln w="254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left>
          <a:right>
            <a:ln w="254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254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ff" i="off">
        <a:fontRef idx="major">
          <a:srgbClr val="006288"/>
        </a:fontRef>
        <a:srgbClr val="006288"/>
      </a:tcTxStyle>
      <a:tcStyle>
        <a:tcBdr>
          <a:left>
            <a:ln w="254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left>
          <a:right>
            <a:ln w="254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254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1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20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2" name="Shape 20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5.png"/></Relationships>
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showMasterPhAnim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chalk_line-1.png" descr="chalk_line-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7800" y="0"/>
            <a:ext cx="3441700" cy="9794917"/>
          </a:xfrm>
          <a:prstGeom prst="rect">
            <a:avLst/>
          </a:prstGeom>
          <a:ln w="12700">
            <a:miter lim="400000"/>
          </a:ln>
        </p:spPr>
      </p:pic>
      <p:pic>
        <p:nvPicPr>
          <p:cNvPr id="20" name="chalk_line-2.png" descr="chalk_line-2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168900" y="1321246"/>
            <a:ext cx="7835900" cy="7934466"/>
          </a:xfrm>
          <a:prstGeom prst="rect">
            <a:avLst/>
          </a:prstGeom>
          <a:ln w="12700">
            <a:miter lim="400000"/>
          </a:ln>
        </p:spPr>
      </p:pic>
      <p:pic>
        <p:nvPicPr>
          <p:cNvPr id="21" name="scrapbook_cover_title_hi.png" descr="scrapbook_cover_title_hi.png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40735" y="2781300"/>
            <a:ext cx="11760201" cy="4178300"/>
          </a:xfrm>
          <a:prstGeom prst="rect">
            <a:avLst/>
          </a:prstGeom>
          <a:ln w="12700">
            <a:miter lim="400000"/>
          </a:ln>
        </p:spPr>
      </p:pic>
      <p:sp>
        <p:nvSpPr>
          <p:cNvPr id="22" name="Title Text"/>
          <p:cNvSpPr txBox="1"/>
          <p:nvPr>
            <p:ph type="title"/>
          </p:nvPr>
        </p:nvSpPr>
        <p:spPr>
          <a:xfrm>
            <a:off x="1270000" y="2959100"/>
            <a:ext cx="10464800" cy="2286000"/>
          </a:xfrm>
          <a:prstGeom prst="rect">
            <a:avLst/>
          </a:prstGeom>
        </p:spPr>
        <p:txBody>
          <a:bodyPr anchor="b"/>
          <a:lstStyle>
            <a:lvl1pPr>
              <a:defRPr i="1">
                <a:solidFill>
                  <a:srgbClr val="292929">
                    <a:alpha val="93000"/>
                  </a:srgbClr>
                </a:solidFill>
                <a:latin typeface="+mj-lt"/>
                <a:ea typeface="+mj-ea"/>
                <a:cs typeface="+mj-cs"/>
                <a:sym typeface="Georgia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3" name="Body Level One…"/>
          <p:cNvSpPr txBox="1"/>
          <p:nvPr>
            <p:ph type="body" sz="quarter" idx="1"/>
          </p:nvPr>
        </p:nvSpPr>
        <p:spPr>
          <a:xfrm>
            <a:off x="1270000" y="5283200"/>
            <a:ext cx="10464800" cy="13081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i="1" sz="3800">
                <a:solidFill>
                  <a:schemeClr val="accent5">
                    <a:hueOff val="-188353"/>
                    <a:satOff val="-10165"/>
                    <a:lumOff val="-10285"/>
                  </a:schemeClr>
                </a:solidFill>
              </a:defRPr>
            </a:lvl1pPr>
            <a:lvl2pPr marL="0" indent="228600" algn="ctr">
              <a:spcBef>
                <a:spcPts val="0"/>
              </a:spcBef>
              <a:buSzTx/>
              <a:buNone/>
              <a:defRPr i="1" sz="3800">
                <a:solidFill>
                  <a:schemeClr val="accent5">
                    <a:hueOff val="-188353"/>
                    <a:satOff val="-10165"/>
                    <a:lumOff val="-10285"/>
                  </a:schemeClr>
                </a:solidFill>
              </a:defRPr>
            </a:lvl2pPr>
            <a:lvl3pPr marL="0" indent="457200" algn="ctr">
              <a:spcBef>
                <a:spcPts val="0"/>
              </a:spcBef>
              <a:buSzTx/>
              <a:buNone/>
              <a:defRPr i="1" sz="3800">
                <a:solidFill>
                  <a:schemeClr val="accent5">
                    <a:hueOff val="-188353"/>
                    <a:satOff val="-10165"/>
                    <a:lumOff val="-10285"/>
                  </a:schemeClr>
                </a:solidFill>
              </a:defRPr>
            </a:lvl3pPr>
            <a:lvl4pPr marL="0" indent="685800" algn="ctr">
              <a:spcBef>
                <a:spcPts val="0"/>
              </a:spcBef>
              <a:buSzTx/>
              <a:buNone/>
              <a:defRPr i="1" sz="3800">
                <a:solidFill>
                  <a:schemeClr val="accent5">
                    <a:hueOff val="-188353"/>
                    <a:satOff val="-10165"/>
                    <a:lumOff val="-10285"/>
                  </a:schemeClr>
                </a:solidFill>
              </a:defRPr>
            </a:lvl4pPr>
            <a:lvl5pPr marL="0" indent="914400" algn="ctr">
              <a:spcBef>
                <a:spcPts val="0"/>
              </a:spcBef>
              <a:buSzTx/>
              <a:buNone/>
              <a:defRPr i="1" sz="3800">
                <a:solidFill>
                  <a:schemeClr val="accent5">
                    <a:hueOff val="-188353"/>
                    <a:satOff val="-10165"/>
                    <a:lumOff val="-10285"/>
                  </a:schemeClr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lines-line-1.png" descr="lines-line-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7700" y="8864600"/>
            <a:ext cx="11798300" cy="292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wave-line.png" descr="wave-line.png"/>
          <p:cNvPicPr>
            <a:picLocks noChangeAspect="1"/>
          </p:cNvPicPr>
          <p:nvPr/>
        </p:nvPicPr>
        <p:blipFill>
          <a:blip r:embed="rId3">
            <a:extLst/>
          </a:blip>
          <a:srcRect l="16094" t="82" r="38169" b="72"/>
          <a:stretch>
            <a:fillRect/>
          </a:stretch>
        </p:blipFill>
        <p:spPr>
          <a:xfrm>
            <a:off x="799800" y="597015"/>
            <a:ext cx="11367016" cy="1398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6"/>
                </a:moveTo>
                <a:lnTo>
                  <a:pt x="1" y="0"/>
                </a:lnTo>
                <a:lnTo>
                  <a:pt x="0" y="21584"/>
                </a:lnTo>
                <a:lnTo>
                  <a:pt x="21599" y="21600"/>
                </a:lnTo>
                <a:lnTo>
                  <a:pt x="21600" y="16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33" name="wave-line.png" descr="wave-line.png"/>
          <p:cNvPicPr>
            <a:picLocks noChangeAspect="1"/>
          </p:cNvPicPr>
          <p:nvPr/>
        </p:nvPicPr>
        <p:blipFill>
          <a:blip r:embed="rId3">
            <a:extLst/>
          </a:blip>
          <a:srcRect l="16504" t="0" r="50434" b="0"/>
          <a:stretch>
            <a:fillRect/>
          </a:stretch>
        </p:blipFill>
        <p:spPr>
          <a:xfrm rot="5400000">
            <a:off x="-3378364" y="4686138"/>
            <a:ext cx="8216901" cy="140023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dots-line-cropped.png" descr="dots-line-cropped.png"/>
          <p:cNvPicPr>
            <a:picLocks noChangeAspect="1"/>
          </p:cNvPicPr>
          <p:nvPr/>
        </p:nvPicPr>
        <p:blipFill>
          <a:blip r:embed="rId4">
            <a:extLst/>
          </a:blip>
          <a:srcRect l="4761" t="2928" r="10188" b="0"/>
          <a:stretch>
            <a:fillRect/>
          </a:stretch>
        </p:blipFill>
        <p:spPr>
          <a:xfrm rot="16199985">
            <a:off x="-4244962" y="4772011"/>
            <a:ext cx="9753601" cy="209578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dots-line-cropped.png" descr="dots-line-cropped.png"/>
          <p:cNvPicPr>
            <a:picLocks noChangeAspect="1"/>
          </p:cNvPicPr>
          <p:nvPr/>
        </p:nvPicPr>
        <p:blipFill>
          <a:blip r:embed="rId4">
            <a:extLst/>
          </a:blip>
          <a:srcRect l="0" t="5872" r="0" b="5892"/>
          <a:stretch>
            <a:fillRect/>
          </a:stretch>
        </p:blipFill>
        <p:spPr>
          <a:xfrm rot="21599984">
            <a:off x="698498" y="469908"/>
            <a:ext cx="11468107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dots-line-cropped.png" descr="dots-line-cropped.png"/>
          <p:cNvPicPr>
            <a:picLocks noChangeAspect="1"/>
          </p:cNvPicPr>
          <p:nvPr/>
        </p:nvPicPr>
        <p:blipFill>
          <a:blip r:embed="rId4">
            <a:extLst/>
          </a:blip>
          <a:srcRect l="53986" t="2927" r="41140" b="0"/>
          <a:stretch>
            <a:fillRect/>
          </a:stretch>
        </p:blipFill>
        <p:spPr>
          <a:xfrm rot="21599984">
            <a:off x="12439650" y="9010646"/>
            <a:ext cx="558801" cy="20958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dots-line-cropped.png" descr="dots-line-cropped.png"/>
          <p:cNvPicPr>
            <a:picLocks noChangeAspect="1"/>
          </p:cNvPicPr>
          <p:nvPr/>
        </p:nvPicPr>
        <p:blipFill>
          <a:blip r:embed="rId4">
            <a:extLst/>
          </a:blip>
          <a:srcRect l="37929" t="2926" r="56976" b="0"/>
          <a:stretch>
            <a:fillRect/>
          </a:stretch>
        </p:blipFill>
        <p:spPr>
          <a:xfrm rot="21599984">
            <a:off x="6350" y="9010652"/>
            <a:ext cx="584201" cy="209583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lines-vert-line.png" descr="lines-vert-line.png"/>
          <p:cNvPicPr>
            <a:picLocks noChangeAspect="0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2153900" y="361949"/>
            <a:ext cx="317500" cy="8724901"/>
          </a:xfrm>
          <a:prstGeom prst="rect">
            <a:avLst/>
          </a:prstGeom>
          <a:ln w="12700">
            <a:miter lim="400000"/>
          </a:ln>
        </p:spPr>
      </p:pic>
      <p:sp>
        <p:nvSpPr>
          <p:cNvPr id="39" name="Image"/>
          <p:cNvSpPr/>
          <p:nvPr>
            <p:ph type="pic" idx="13"/>
          </p:nvPr>
        </p:nvSpPr>
        <p:spPr>
          <a:xfrm>
            <a:off x="1272293" y="946150"/>
            <a:ext cx="10464801" cy="5067300"/>
          </a:xfrm>
          <a:prstGeom prst="rect">
            <a:avLst/>
          </a:prstGeom>
          <a:ln w="101600">
            <a:solidFill>
              <a:srgbClr val="FFFFFF"/>
            </a:solidFill>
          </a:ln>
          <a:effectLst>
            <a:outerShdw sx="100000" sy="100000" kx="0" ky="0" algn="b" rotWithShape="0" blurRad="38100" dist="50800" dir="5400000">
              <a:srgbClr val="292929">
                <a:alpha val="69750"/>
              </a:srgbClr>
            </a:outerShdw>
          </a:effectLst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40" name="Title Text"/>
          <p:cNvSpPr txBox="1"/>
          <p:nvPr>
            <p:ph type="title"/>
          </p:nvPr>
        </p:nvSpPr>
        <p:spPr>
          <a:xfrm>
            <a:off x="1270000" y="6223000"/>
            <a:ext cx="10464800" cy="1485900"/>
          </a:xfrm>
          <a:prstGeom prst="rect">
            <a:avLst/>
          </a:prstGeom>
        </p:spPr>
        <p:txBody>
          <a:bodyPr anchor="b"/>
          <a:lstStyle>
            <a:lvl1pPr>
              <a:defRPr i="1">
                <a:solidFill>
                  <a:srgbClr val="292929">
                    <a:alpha val="93000"/>
                  </a:srgbClr>
                </a:solidFill>
                <a:latin typeface="+mj-lt"/>
                <a:ea typeface="+mj-ea"/>
                <a:cs typeface="+mj-cs"/>
                <a:sym typeface="Georgia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41" name="Body Level One…"/>
          <p:cNvSpPr txBox="1"/>
          <p:nvPr>
            <p:ph type="body" sz="quarter" idx="1"/>
          </p:nvPr>
        </p:nvSpPr>
        <p:spPr>
          <a:xfrm>
            <a:off x="1270000" y="7696200"/>
            <a:ext cx="10464800" cy="1206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i="1" sz="3800">
                <a:solidFill>
                  <a:schemeClr val="accent5">
                    <a:hueOff val="-188353"/>
                    <a:satOff val="-10165"/>
                    <a:lumOff val="-10285"/>
                  </a:schemeClr>
                </a:solidFill>
              </a:defRPr>
            </a:lvl1pPr>
            <a:lvl2pPr marL="0" indent="228600" algn="ctr">
              <a:spcBef>
                <a:spcPts val="0"/>
              </a:spcBef>
              <a:buSzTx/>
              <a:buNone/>
              <a:defRPr i="1" sz="3800">
                <a:solidFill>
                  <a:schemeClr val="accent5">
                    <a:hueOff val="-188353"/>
                    <a:satOff val="-10165"/>
                    <a:lumOff val="-10285"/>
                  </a:schemeClr>
                </a:solidFill>
              </a:defRPr>
            </a:lvl2pPr>
            <a:lvl3pPr marL="0" indent="457200" algn="ctr">
              <a:spcBef>
                <a:spcPts val="0"/>
              </a:spcBef>
              <a:buSzTx/>
              <a:buNone/>
              <a:defRPr i="1" sz="3800">
                <a:solidFill>
                  <a:schemeClr val="accent5">
                    <a:hueOff val="-188353"/>
                    <a:satOff val="-10165"/>
                    <a:lumOff val="-10285"/>
                  </a:schemeClr>
                </a:solidFill>
              </a:defRPr>
            </a:lvl3pPr>
            <a:lvl4pPr marL="0" indent="685800" algn="ctr">
              <a:spcBef>
                <a:spcPts val="0"/>
              </a:spcBef>
              <a:buSzTx/>
              <a:buNone/>
              <a:defRPr i="1" sz="3800">
                <a:solidFill>
                  <a:schemeClr val="accent5">
                    <a:hueOff val="-188353"/>
                    <a:satOff val="-10165"/>
                    <a:lumOff val="-10285"/>
                  </a:schemeClr>
                </a:solidFill>
              </a:defRPr>
            </a:lvl4pPr>
            <a:lvl5pPr marL="0" indent="914400" algn="ctr">
              <a:spcBef>
                <a:spcPts val="0"/>
              </a:spcBef>
              <a:buSzTx/>
              <a:buNone/>
              <a:defRPr i="1" sz="3800">
                <a:solidFill>
                  <a:schemeClr val="accent5">
                    <a:hueOff val="-188353"/>
                    <a:satOff val="-10165"/>
                    <a:lumOff val="-10285"/>
                  </a:schemeClr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 showMasterPhAnim="1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chalk_line-1.png" descr="chalk_line-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7800" y="0"/>
            <a:ext cx="3441700" cy="9794917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chalk_line-2.png" descr="chalk_line-2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168900" y="1321246"/>
            <a:ext cx="7835900" cy="7934466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scrapbook_cover_title_hi.png" descr="scrapbook_cover_title_hi.png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40735" y="2781300"/>
            <a:ext cx="11760201" cy="4178300"/>
          </a:xfrm>
          <a:prstGeom prst="rect">
            <a:avLst/>
          </a:prstGeom>
          <a:ln w="12700">
            <a:miter lim="400000"/>
          </a:ln>
        </p:spPr>
      </p:pic>
      <p:sp>
        <p:nvSpPr>
          <p:cNvPr id="52" name="Title Text"/>
          <p:cNvSpPr txBox="1"/>
          <p:nvPr>
            <p:ph type="title"/>
          </p:nvPr>
        </p:nvSpPr>
        <p:spPr>
          <a:xfrm>
            <a:off x="1270000" y="3733800"/>
            <a:ext cx="10464800" cy="2286000"/>
          </a:xfrm>
          <a:prstGeom prst="rect">
            <a:avLst/>
          </a:prstGeom>
        </p:spPr>
        <p:txBody>
          <a:bodyPr/>
          <a:lstStyle>
            <a:lvl1pPr>
              <a:defRPr i="1">
                <a:solidFill>
                  <a:srgbClr val="292929">
                    <a:alpha val="93000"/>
                  </a:srgbClr>
                </a:solidFill>
                <a:latin typeface="+mj-lt"/>
                <a:ea typeface="+mj-ea"/>
                <a:cs typeface="+mj-cs"/>
                <a:sym typeface="Georgia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lines-line-1.png" descr="lines-line-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7700" y="8864600"/>
            <a:ext cx="11798300" cy="292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61" name="wave-line.png" descr="wave-line.png"/>
          <p:cNvPicPr>
            <a:picLocks noChangeAspect="1"/>
          </p:cNvPicPr>
          <p:nvPr/>
        </p:nvPicPr>
        <p:blipFill>
          <a:blip r:embed="rId3">
            <a:extLst/>
          </a:blip>
          <a:srcRect l="16094" t="82" r="38169" b="72"/>
          <a:stretch>
            <a:fillRect/>
          </a:stretch>
        </p:blipFill>
        <p:spPr>
          <a:xfrm>
            <a:off x="799800" y="597015"/>
            <a:ext cx="11367016" cy="1398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6"/>
                </a:moveTo>
                <a:lnTo>
                  <a:pt x="1" y="0"/>
                </a:lnTo>
                <a:lnTo>
                  <a:pt x="0" y="21584"/>
                </a:lnTo>
                <a:lnTo>
                  <a:pt x="21599" y="21600"/>
                </a:lnTo>
                <a:lnTo>
                  <a:pt x="21600" y="16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62" name="wave-line.png" descr="wave-line.png"/>
          <p:cNvPicPr>
            <a:picLocks noChangeAspect="1"/>
          </p:cNvPicPr>
          <p:nvPr/>
        </p:nvPicPr>
        <p:blipFill>
          <a:blip r:embed="rId3">
            <a:extLst/>
          </a:blip>
          <a:srcRect l="16504" t="0" r="50434" b="0"/>
          <a:stretch>
            <a:fillRect/>
          </a:stretch>
        </p:blipFill>
        <p:spPr>
          <a:xfrm rot="5400000">
            <a:off x="-3378364" y="4686138"/>
            <a:ext cx="8216901" cy="140023"/>
          </a:xfrm>
          <a:prstGeom prst="rect">
            <a:avLst/>
          </a:prstGeom>
          <a:ln w="12700">
            <a:miter lim="400000"/>
          </a:ln>
        </p:spPr>
      </p:pic>
      <p:pic>
        <p:nvPicPr>
          <p:cNvPr id="63" name="dots-line-cropped.png" descr="dots-line-cropped.png"/>
          <p:cNvPicPr>
            <a:picLocks noChangeAspect="1"/>
          </p:cNvPicPr>
          <p:nvPr/>
        </p:nvPicPr>
        <p:blipFill>
          <a:blip r:embed="rId4">
            <a:extLst/>
          </a:blip>
          <a:srcRect l="4761" t="2928" r="10188" b="0"/>
          <a:stretch>
            <a:fillRect/>
          </a:stretch>
        </p:blipFill>
        <p:spPr>
          <a:xfrm rot="16199985">
            <a:off x="-4244962" y="4772011"/>
            <a:ext cx="9753601" cy="209578"/>
          </a:xfrm>
          <a:prstGeom prst="rect">
            <a:avLst/>
          </a:prstGeom>
          <a:ln w="12700">
            <a:miter lim="400000"/>
          </a:ln>
        </p:spPr>
      </p:pic>
      <p:pic>
        <p:nvPicPr>
          <p:cNvPr id="64" name="dots-line-cropped.png" descr="dots-line-cropped.png"/>
          <p:cNvPicPr>
            <a:picLocks noChangeAspect="1"/>
          </p:cNvPicPr>
          <p:nvPr/>
        </p:nvPicPr>
        <p:blipFill>
          <a:blip r:embed="rId4">
            <a:extLst/>
          </a:blip>
          <a:srcRect l="0" t="5872" r="0" b="5892"/>
          <a:stretch>
            <a:fillRect/>
          </a:stretch>
        </p:blipFill>
        <p:spPr>
          <a:xfrm rot="21599984">
            <a:off x="698498" y="469908"/>
            <a:ext cx="11468107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5" name="dots-line-cropped.png" descr="dots-line-cropped.png"/>
          <p:cNvPicPr>
            <a:picLocks noChangeAspect="1"/>
          </p:cNvPicPr>
          <p:nvPr/>
        </p:nvPicPr>
        <p:blipFill>
          <a:blip r:embed="rId4">
            <a:extLst/>
          </a:blip>
          <a:srcRect l="53986" t="2927" r="41140" b="0"/>
          <a:stretch>
            <a:fillRect/>
          </a:stretch>
        </p:blipFill>
        <p:spPr>
          <a:xfrm rot="21599984">
            <a:off x="12439650" y="9010646"/>
            <a:ext cx="558801" cy="209581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dots-line-cropped.png" descr="dots-line-cropped.png"/>
          <p:cNvPicPr>
            <a:picLocks noChangeAspect="1"/>
          </p:cNvPicPr>
          <p:nvPr/>
        </p:nvPicPr>
        <p:blipFill>
          <a:blip r:embed="rId4">
            <a:extLst/>
          </a:blip>
          <a:srcRect l="37929" t="2926" r="56976" b="0"/>
          <a:stretch>
            <a:fillRect/>
          </a:stretch>
        </p:blipFill>
        <p:spPr>
          <a:xfrm rot="21599984">
            <a:off x="6350" y="9010652"/>
            <a:ext cx="584201" cy="209583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lines-vert-line.png" descr="lines-vert-line.png"/>
          <p:cNvPicPr>
            <a:picLocks noChangeAspect="0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2153900" y="361949"/>
            <a:ext cx="317500" cy="8724901"/>
          </a:xfrm>
          <a:prstGeom prst="rect">
            <a:avLst/>
          </a:prstGeom>
          <a:ln w="12700">
            <a:miter lim="400000"/>
          </a:ln>
        </p:spPr>
      </p:pic>
      <p:sp>
        <p:nvSpPr>
          <p:cNvPr id="68" name="Image"/>
          <p:cNvSpPr/>
          <p:nvPr>
            <p:ph type="pic" sz="half" idx="13"/>
          </p:nvPr>
        </p:nvSpPr>
        <p:spPr>
          <a:xfrm>
            <a:off x="6565900" y="1358900"/>
            <a:ext cx="5185076" cy="6908800"/>
          </a:xfrm>
          <a:prstGeom prst="rect">
            <a:avLst/>
          </a:prstGeom>
          <a:ln w="101600">
            <a:solidFill>
              <a:srgbClr val="FFFFFF"/>
            </a:solidFill>
          </a:ln>
          <a:effectLst>
            <a:outerShdw sx="100000" sy="100000" kx="0" ky="0" algn="b" rotWithShape="0" blurRad="38100" dist="50800" dir="5400000">
              <a:srgbClr val="292929">
                <a:alpha val="69750"/>
              </a:srgbClr>
            </a:outerShdw>
          </a:effectLst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9" name="Title Text"/>
          <p:cNvSpPr txBox="1"/>
          <p:nvPr>
            <p:ph type="title"/>
          </p:nvPr>
        </p:nvSpPr>
        <p:spPr>
          <a:xfrm>
            <a:off x="1079500" y="1358900"/>
            <a:ext cx="5054600" cy="3759200"/>
          </a:xfrm>
          <a:prstGeom prst="rect">
            <a:avLst/>
          </a:prstGeom>
        </p:spPr>
        <p:txBody>
          <a:bodyPr anchor="b"/>
          <a:lstStyle>
            <a:lvl1pPr>
              <a:defRPr i="1">
                <a:solidFill>
                  <a:srgbClr val="292929">
                    <a:alpha val="93000"/>
                  </a:srgbClr>
                </a:solidFill>
                <a:latin typeface="+mj-lt"/>
                <a:ea typeface="+mj-ea"/>
                <a:cs typeface="+mj-cs"/>
                <a:sym typeface="Georgia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70" name="Body Level One…"/>
          <p:cNvSpPr txBox="1"/>
          <p:nvPr>
            <p:ph type="body" sz="quarter" idx="1"/>
          </p:nvPr>
        </p:nvSpPr>
        <p:spPr>
          <a:xfrm>
            <a:off x="1079500" y="5207000"/>
            <a:ext cx="5054600" cy="31496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i="1" sz="3800">
                <a:solidFill>
                  <a:schemeClr val="accent5">
                    <a:hueOff val="-188353"/>
                    <a:satOff val="-10165"/>
                    <a:lumOff val="-10285"/>
                  </a:schemeClr>
                </a:solidFill>
              </a:defRPr>
            </a:lvl1pPr>
            <a:lvl2pPr marL="0" indent="228600" algn="ctr">
              <a:spcBef>
                <a:spcPts val="0"/>
              </a:spcBef>
              <a:buSzTx/>
              <a:buNone/>
              <a:defRPr i="1" sz="3800">
                <a:solidFill>
                  <a:schemeClr val="accent5">
                    <a:hueOff val="-188353"/>
                    <a:satOff val="-10165"/>
                    <a:lumOff val="-10285"/>
                  </a:schemeClr>
                </a:solidFill>
              </a:defRPr>
            </a:lvl2pPr>
            <a:lvl3pPr marL="0" indent="457200" algn="ctr">
              <a:spcBef>
                <a:spcPts val="0"/>
              </a:spcBef>
              <a:buSzTx/>
              <a:buNone/>
              <a:defRPr i="1" sz="3800">
                <a:solidFill>
                  <a:schemeClr val="accent5">
                    <a:hueOff val="-188353"/>
                    <a:satOff val="-10165"/>
                    <a:lumOff val="-10285"/>
                  </a:schemeClr>
                </a:solidFill>
              </a:defRPr>
            </a:lvl3pPr>
            <a:lvl4pPr marL="0" indent="685800" algn="ctr">
              <a:spcBef>
                <a:spcPts val="0"/>
              </a:spcBef>
              <a:buSzTx/>
              <a:buNone/>
              <a:defRPr i="1" sz="3800">
                <a:solidFill>
                  <a:schemeClr val="accent5">
                    <a:hueOff val="-188353"/>
                    <a:satOff val="-10165"/>
                    <a:lumOff val="-10285"/>
                  </a:schemeClr>
                </a:solidFill>
              </a:defRPr>
            </a:lvl4pPr>
            <a:lvl5pPr marL="0" indent="914400" algn="ctr">
              <a:spcBef>
                <a:spcPts val="0"/>
              </a:spcBef>
              <a:buSzTx/>
              <a:buNone/>
              <a:defRPr i="1" sz="3800">
                <a:solidFill>
                  <a:schemeClr val="accent5">
                    <a:hueOff val="-188353"/>
                    <a:satOff val="-10165"/>
                    <a:lumOff val="-10285"/>
                  </a:schemeClr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dash-line.png" descr="dash-line.png"/>
          <p:cNvPicPr>
            <a:picLocks noChangeAspect="1"/>
          </p:cNvPicPr>
          <p:nvPr/>
        </p:nvPicPr>
        <p:blipFill>
          <a:blip r:embed="rId2">
            <a:extLst/>
          </a:blip>
          <a:srcRect l="0" t="21428" r="64508" b="16071"/>
          <a:stretch>
            <a:fillRect/>
          </a:stretch>
        </p:blipFill>
        <p:spPr>
          <a:xfrm>
            <a:off x="444500" y="1854200"/>
            <a:ext cx="12115800" cy="444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dash-line.png" descr="dash-line.png"/>
          <p:cNvPicPr>
            <a:picLocks noChangeAspect="1"/>
          </p:cNvPicPr>
          <p:nvPr/>
        </p:nvPicPr>
        <p:blipFill>
          <a:blip r:embed="rId2">
            <a:extLst/>
          </a:blip>
          <a:srcRect l="0" t="19642" r="61904" b="17857"/>
          <a:stretch>
            <a:fillRect/>
          </a:stretch>
        </p:blipFill>
        <p:spPr>
          <a:xfrm>
            <a:off x="0" y="8940800"/>
            <a:ext cx="13004800" cy="444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80" name="dash-line.png" descr="dash-line.png"/>
          <p:cNvPicPr>
            <a:picLocks noChangeAspect="0"/>
          </p:cNvPicPr>
          <p:nvPr/>
        </p:nvPicPr>
        <p:blipFill>
          <a:blip r:embed="rId2">
            <a:extLst/>
          </a:blip>
          <a:srcRect l="0" t="19642" r="71428" b="17857"/>
          <a:stretch>
            <a:fillRect/>
          </a:stretch>
        </p:blipFill>
        <p:spPr>
          <a:xfrm rot="5400000">
            <a:off x="-4260850" y="4654550"/>
            <a:ext cx="9753601" cy="444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81" name="dash-line.png" descr="dash-line.png"/>
          <p:cNvPicPr>
            <a:picLocks noChangeAspect="1"/>
          </p:cNvPicPr>
          <p:nvPr/>
        </p:nvPicPr>
        <p:blipFill>
          <a:blip r:embed="rId2">
            <a:extLst/>
          </a:blip>
          <a:srcRect l="0" t="16071" r="78794" b="21428"/>
          <a:stretch>
            <a:fillRect/>
          </a:stretch>
        </p:blipFill>
        <p:spPr>
          <a:xfrm rot="5400000">
            <a:off x="8769350" y="5238750"/>
            <a:ext cx="7239001" cy="444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82" name="tri-line.png" descr="tri-line.png"/>
          <p:cNvPicPr>
            <a:picLocks noChangeAspect="1"/>
          </p:cNvPicPr>
          <p:nvPr/>
        </p:nvPicPr>
        <p:blipFill>
          <a:blip r:embed="rId3">
            <a:extLst/>
          </a:blip>
          <a:srcRect l="70681" t="18886" r="0" b="0"/>
          <a:stretch>
            <a:fillRect/>
          </a:stretch>
        </p:blipFill>
        <p:spPr>
          <a:xfrm rot="16199995">
            <a:off x="-2691091" y="5364436"/>
            <a:ext cx="7048502" cy="4090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lnTo>
                  <a:pt x="21600" y="1"/>
                </a:lnTo>
                <a:lnTo>
                  <a:pt x="0" y="0"/>
                </a:lnTo>
                <a:lnTo>
                  <a:pt x="0" y="21599"/>
                </a:lnTo>
                <a:lnTo>
                  <a:pt x="21600" y="2160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83" name="tri-line.png" descr="tri-line.png"/>
          <p:cNvPicPr>
            <a:picLocks noChangeAspect="1"/>
          </p:cNvPicPr>
          <p:nvPr/>
        </p:nvPicPr>
        <p:blipFill>
          <a:blip r:embed="rId3">
            <a:extLst/>
          </a:blip>
          <a:srcRect l="9861" t="22490" r="62206" b="0"/>
          <a:stretch>
            <a:fillRect/>
          </a:stretch>
        </p:blipFill>
        <p:spPr>
          <a:xfrm rot="5399996">
            <a:off x="8842379" y="5419726"/>
            <a:ext cx="6654802" cy="3873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lnTo>
                  <a:pt x="21600" y="0"/>
                </a:ln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84" name="tri-line.png" descr="tri-line.png"/>
          <p:cNvPicPr>
            <a:picLocks noChangeAspect="1"/>
          </p:cNvPicPr>
          <p:nvPr/>
        </p:nvPicPr>
        <p:blipFill>
          <a:blip r:embed="rId3">
            <a:extLst/>
          </a:blip>
          <a:srcRect l="0" t="18678" r="51892" b="0"/>
          <a:stretch>
            <a:fillRect/>
          </a:stretch>
        </p:blipFill>
        <p:spPr>
          <a:xfrm rot="10799995">
            <a:off x="882649" y="8775709"/>
            <a:ext cx="11461751" cy="406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lnTo>
                  <a:pt x="21600" y="1"/>
                </a:lnTo>
                <a:lnTo>
                  <a:pt x="0" y="0"/>
                </a:lnTo>
                <a:lnTo>
                  <a:pt x="0" y="21599"/>
                </a:lnTo>
                <a:lnTo>
                  <a:pt x="21600" y="2160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85" name="tri-line.png" descr="tri-line.png"/>
          <p:cNvPicPr>
            <a:picLocks noChangeAspect="1"/>
          </p:cNvPicPr>
          <p:nvPr/>
        </p:nvPicPr>
        <p:blipFill>
          <a:blip r:embed="rId3">
            <a:extLst/>
          </a:blip>
          <a:srcRect l="0" t="17783" r="51945" b="18"/>
          <a:stretch>
            <a:fillRect/>
          </a:stretch>
        </p:blipFill>
        <p:spPr>
          <a:xfrm rot="21599996">
            <a:off x="838200" y="2057392"/>
            <a:ext cx="11449051" cy="4107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lnTo>
                  <a:pt x="21600" y="1"/>
                </a:lnTo>
                <a:lnTo>
                  <a:pt x="0" y="0"/>
                </a:lnTo>
                <a:lnTo>
                  <a:pt x="0" y="21599"/>
                </a:lnTo>
                <a:lnTo>
                  <a:pt x="21600" y="2160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86" name="scrapbook_title_hi.png" descr="scrapbook_title_hi.png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92200" y="304800"/>
            <a:ext cx="10845800" cy="2260600"/>
          </a:xfrm>
          <a:prstGeom prst="rect">
            <a:avLst/>
          </a:prstGeom>
          <a:ln w="12700">
            <a:miter lim="400000"/>
          </a:ln>
        </p:spPr>
      </p:pic>
      <p:sp>
        <p:nvSpPr>
          <p:cNvPr id="8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200"/>
            </a:lvl1pPr>
          </a:lstStyle>
          <a:p>
            <a:pPr/>
            <a:r>
              <a:t>Title Text</a:t>
            </a:r>
          </a:p>
        </p:txBody>
      </p:sp>
      <p:sp>
        <p:nvSpPr>
          <p:cNvPr id="8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dash-line.png" descr="dash-line.png"/>
          <p:cNvPicPr>
            <a:picLocks noChangeAspect="1"/>
          </p:cNvPicPr>
          <p:nvPr/>
        </p:nvPicPr>
        <p:blipFill>
          <a:blip r:embed="rId2">
            <a:extLst/>
          </a:blip>
          <a:srcRect l="0" t="21428" r="64508" b="16071"/>
          <a:stretch>
            <a:fillRect/>
          </a:stretch>
        </p:blipFill>
        <p:spPr>
          <a:xfrm>
            <a:off x="444500" y="1854200"/>
            <a:ext cx="12115800" cy="444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96" name="dash-line.png" descr="dash-line.png"/>
          <p:cNvPicPr>
            <a:picLocks noChangeAspect="1"/>
          </p:cNvPicPr>
          <p:nvPr/>
        </p:nvPicPr>
        <p:blipFill>
          <a:blip r:embed="rId2">
            <a:extLst/>
          </a:blip>
          <a:srcRect l="0" t="19642" r="61904" b="17857"/>
          <a:stretch>
            <a:fillRect/>
          </a:stretch>
        </p:blipFill>
        <p:spPr>
          <a:xfrm>
            <a:off x="0" y="8940800"/>
            <a:ext cx="13004800" cy="444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97" name="dash-line.png" descr="dash-line.png"/>
          <p:cNvPicPr>
            <a:picLocks noChangeAspect="0"/>
          </p:cNvPicPr>
          <p:nvPr/>
        </p:nvPicPr>
        <p:blipFill>
          <a:blip r:embed="rId2">
            <a:extLst/>
          </a:blip>
          <a:srcRect l="0" t="19642" r="71428" b="17857"/>
          <a:stretch>
            <a:fillRect/>
          </a:stretch>
        </p:blipFill>
        <p:spPr>
          <a:xfrm rot="5400000">
            <a:off x="-4260850" y="4654550"/>
            <a:ext cx="9753601" cy="444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98" name="dash-line.png" descr="dash-line.png"/>
          <p:cNvPicPr>
            <a:picLocks noChangeAspect="1"/>
          </p:cNvPicPr>
          <p:nvPr/>
        </p:nvPicPr>
        <p:blipFill>
          <a:blip r:embed="rId2">
            <a:extLst/>
          </a:blip>
          <a:srcRect l="0" t="16071" r="78794" b="21428"/>
          <a:stretch>
            <a:fillRect/>
          </a:stretch>
        </p:blipFill>
        <p:spPr>
          <a:xfrm rot="5400000">
            <a:off x="8769350" y="5238750"/>
            <a:ext cx="7239001" cy="444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99" name="tri-line.png" descr="tri-line.png"/>
          <p:cNvPicPr>
            <a:picLocks noChangeAspect="1"/>
          </p:cNvPicPr>
          <p:nvPr/>
        </p:nvPicPr>
        <p:blipFill>
          <a:blip r:embed="rId3">
            <a:extLst/>
          </a:blip>
          <a:srcRect l="70681" t="18886" r="0" b="0"/>
          <a:stretch>
            <a:fillRect/>
          </a:stretch>
        </p:blipFill>
        <p:spPr>
          <a:xfrm rot="16199995">
            <a:off x="-2691091" y="5364436"/>
            <a:ext cx="7048502" cy="4090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lnTo>
                  <a:pt x="21600" y="1"/>
                </a:lnTo>
                <a:lnTo>
                  <a:pt x="0" y="0"/>
                </a:lnTo>
                <a:lnTo>
                  <a:pt x="0" y="21599"/>
                </a:lnTo>
                <a:lnTo>
                  <a:pt x="21600" y="2160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00" name="tri-line.png" descr="tri-line.png"/>
          <p:cNvPicPr>
            <a:picLocks noChangeAspect="1"/>
          </p:cNvPicPr>
          <p:nvPr/>
        </p:nvPicPr>
        <p:blipFill>
          <a:blip r:embed="rId3">
            <a:extLst/>
          </a:blip>
          <a:srcRect l="9861" t="22490" r="62206" b="0"/>
          <a:stretch>
            <a:fillRect/>
          </a:stretch>
        </p:blipFill>
        <p:spPr>
          <a:xfrm rot="5399996">
            <a:off x="8842379" y="5419726"/>
            <a:ext cx="6654802" cy="3873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lnTo>
                  <a:pt x="21600" y="0"/>
                </a:ln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01" name="tri-line.png" descr="tri-line.png"/>
          <p:cNvPicPr>
            <a:picLocks noChangeAspect="1"/>
          </p:cNvPicPr>
          <p:nvPr/>
        </p:nvPicPr>
        <p:blipFill>
          <a:blip r:embed="rId3">
            <a:extLst/>
          </a:blip>
          <a:srcRect l="0" t="18678" r="51892" b="0"/>
          <a:stretch>
            <a:fillRect/>
          </a:stretch>
        </p:blipFill>
        <p:spPr>
          <a:xfrm rot="10799995">
            <a:off x="882649" y="8775709"/>
            <a:ext cx="11461751" cy="406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lnTo>
                  <a:pt x="21600" y="1"/>
                </a:lnTo>
                <a:lnTo>
                  <a:pt x="0" y="0"/>
                </a:lnTo>
                <a:lnTo>
                  <a:pt x="0" y="21599"/>
                </a:lnTo>
                <a:lnTo>
                  <a:pt x="21600" y="2160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02" name="tri-line.png" descr="tri-line.png"/>
          <p:cNvPicPr>
            <a:picLocks noChangeAspect="1"/>
          </p:cNvPicPr>
          <p:nvPr/>
        </p:nvPicPr>
        <p:blipFill>
          <a:blip r:embed="rId3">
            <a:extLst/>
          </a:blip>
          <a:srcRect l="0" t="17783" r="51945" b="18"/>
          <a:stretch>
            <a:fillRect/>
          </a:stretch>
        </p:blipFill>
        <p:spPr>
          <a:xfrm rot="21599996">
            <a:off x="838200" y="2057392"/>
            <a:ext cx="11449051" cy="4107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lnTo>
                  <a:pt x="21600" y="1"/>
                </a:lnTo>
                <a:lnTo>
                  <a:pt x="0" y="0"/>
                </a:lnTo>
                <a:lnTo>
                  <a:pt x="0" y="21599"/>
                </a:lnTo>
                <a:lnTo>
                  <a:pt x="21600" y="2160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03" name="scrapbook_title_hi.png" descr="scrapbook_title_hi.png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92200" y="304800"/>
            <a:ext cx="10845800" cy="2260600"/>
          </a:xfrm>
          <a:prstGeom prst="rect">
            <a:avLst/>
          </a:prstGeom>
          <a:ln w="12700">
            <a:miter lim="400000"/>
          </a:ln>
        </p:spPr>
      </p:pic>
      <p:sp>
        <p:nvSpPr>
          <p:cNvPr id="104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200"/>
            </a:lvl1pPr>
          </a:lstStyle>
          <a:p>
            <a:pPr/>
            <a:r>
              <a:t>Title Text</a:t>
            </a:r>
          </a:p>
        </p:txBody>
      </p:sp>
      <p:sp>
        <p:nvSpPr>
          <p:cNvPr id="105" name="Body Level One…"/>
          <p:cNvSpPr txBox="1"/>
          <p:nvPr>
            <p:ph type="body" idx="1"/>
          </p:nvPr>
        </p:nvSpPr>
        <p:spPr>
          <a:xfrm>
            <a:off x="1270000" y="2971800"/>
            <a:ext cx="10464800" cy="5715000"/>
          </a:xfrm>
          <a:prstGeom prst="rect">
            <a:avLst/>
          </a:prstGeom>
        </p:spPr>
        <p:txBody>
          <a:bodyPr/>
          <a:lstStyle>
            <a:lvl1pPr>
              <a:buBlip>
                <a:blip r:embed="rId5"/>
              </a:buBlip>
            </a:lvl1pPr>
            <a:lvl2pPr>
              <a:buBlip>
                <a:blip r:embed="rId5"/>
              </a:buBlip>
            </a:lvl2pPr>
            <a:lvl3pPr>
              <a:buBlip>
                <a:blip r:embed="rId5"/>
              </a:buBlip>
            </a:lvl3pPr>
            <a:lvl4pPr>
              <a:buBlip>
                <a:blip r:embed="rId5"/>
              </a:buBlip>
            </a:lvl4pPr>
            <a:lvl5pPr>
              <a:buBlip>
                <a:blip r:embed="rId5"/>
              </a:buBlip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plus-line.png" descr="plus-line.png"/>
          <p:cNvPicPr>
            <a:picLocks noChangeAspect="1"/>
          </p:cNvPicPr>
          <p:nvPr/>
        </p:nvPicPr>
        <p:blipFill>
          <a:blip r:embed="rId2">
            <a:extLst/>
          </a:blip>
          <a:srcRect l="2812" t="20000" r="57187" b="20000"/>
          <a:stretch>
            <a:fillRect/>
          </a:stretch>
        </p:blipFill>
        <p:spPr>
          <a:xfrm rot="5400000">
            <a:off x="-4305300" y="4724400"/>
            <a:ext cx="9753601" cy="304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14" name="plus-line.png" descr="plus-line.png"/>
          <p:cNvPicPr>
            <a:picLocks noChangeAspect="1"/>
          </p:cNvPicPr>
          <p:nvPr/>
        </p:nvPicPr>
        <p:blipFill>
          <a:blip r:embed="rId2">
            <a:extLst/>
          </a:blip>
          <a:srcRect l="10000" t="20000" r="61874" b="20000"/>
          <a:stretch>
            <a:fillRect/>
          </a:stretch>
        </p:blipFill>
        <p:spPr>
          <a:xfrm rot="5400000">
            <a:off x="8902700" y="5524500"/>
            <a:ext cx="6858001" cy="3048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15" name="plus-line.png" descr="plus-line.png"/>
          <p:cNvPicPr>
            <a:picLocks noChangeAspect="1"/>
          </p:cNvPicPr>
          <p:nvPr/>
        </p:nvPicPr>
        <p:blipFill>
          <a:blip r:embed="rId2">
            <a:extLst/>
          </a:blip>
          <a:srcRect l="19114" t="12500" r="27552" b="27500"/>
          <a:stretch>
            <a:fillRect/>
          </a:stretch>
        </p:blipFill>
        <p:spPr>
          <a:xfrm rot="10800000">
            <a:off x="0" y="9016999"/>
            <a:ext cx="13004800" cy="304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lnTo>
                  <a:pt x="21600" y="0"/>
                </a:ln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16" name="plus-line.png" descr="plus-line.png"/>
          <p:cNvPicPr>
            <a:picLocks noChangeAspect="1"/>
          </p:cNvPicPr>
          <p:nvPr/>
        </p:nvPicPr>
        <p:blipFill>
          <a:blip r:embed="rId2">
            <a:extLst/>
          </a:blip>
          <a:srcRect l="0" t="18751" r="51796" b="21247"/>
          <a:stretch>
            <a:fillRect/>
          </a:stretch>
        </p:blipFill>
        <p:spPr>
          <a:xfrm rot="10800002">
            <a:off x="704849" y="1974846"/>
            <a:ext cx="11753851" cy="3048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17" name="scrapbook_title_hi.png" descr="scrapbook_title_hi.png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2200" y="304800"/>
            <a:ext cx="10845800" cy="2260600"/>
          </a:xfrm>
          <a:prstGeom prst="rect">
            <a:avLst/>
          </a:prstGeom>
          <a:ln w="12700">
            <a:miter lim="400000"/>
          </a:ln>
        </p:spPr>
      </p:pic>
      <p:sp>
        <p:nvSpPr>
          <p:cNvPr id="118" name="Image"/>
          <p:cNvSpPr/>
          <p:nvPr>
            <p:ph type="pic" sz="half" idx="13"/>
          </p:nvPr>
        </p:nvSpPr>
        <p:spPr>
          <a:xfrm rot="21360000">
            <a:off x="7449145" y="2547298"/>
            <a:ext cx="4737179" cy="6311901"/>
          </a:xfrm>
          <a:prstGeom prst="rect">
            <a:avLst/>
          </a:prstGeom>
          <a:ln w="101600">
            <a:solidFill>
              <a:srgbClr val="FFFFFF"/>
            </a:solidFill>
          </a:ln>
          <a:effectLst>
            <a:outerShdw sx="100000" sy="100000" kx="0" ky="0" algn="b" rotWithShape="0" blurRad="38100" dist="50800" dir="5400000">
              <a:srgbClr val="292929">
                <a:alpha val="69750"/>
              </a:srgbClr>
            </a:outerShdw>
          </a:effectLst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19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200"/>
            </a:lvl1pPr>
          </a:lstStyle>
          <a:p>
            <a:pPr/>
            <a:r>
              <a:t>Title Text</a:t>
            </a:r>
          </a:p>
        </p:txBody>
      </p:sp>
      <p:sp>
        <p:nvSpPr>
          <p:cNvPr id="120" name="Body Level One…"/>
          <p:cNvSpPr txBox="1"/>
          <p:nvPr>
            <p:ph type="body" sz="half" idx="1"/>
          </p:nvPr>
        </p:nvSpPr>
        <p:spPr>
          <a:xfrm>
            <a:off x="1270000" y="2971800"/>
            <a:ext cx="4953000" cy="5842000"/>
          </a:xfrm>
          <a:prstGeom prst="rect">
            <a:avLst/>
          </a:prstGeom>
        </p:spPr>
        <p:txBody>
          <a:bodyPr/>
          <a:lstStyle>
            <a:lvl1pPr marL="368300" indent="-368300">
              <a:spcBef>
                <a:spcPts val="3000"/>
              </a:spcBef>
              <a:buBlip>
                <a:blip r:embed="rId4"/>
              </a:buBlip>
              <a:defRPr sz="2800"/>
            </a:lvl1pPr>
            <a:lvl2pPr marL="736600" indent="-368300">
              <a:spcBef>
                <a:spcPts val="3000"/>
              </a:spcBef>
              <a:buBlip>
                <a:blip r:embed="rId4"/>
              </a:buBlip>
              <a:defRPr sz="2800"/>
            </a:lvl2pPr>
            <a:lvl3pPr marL="1104900" indent="-368300">
              <a:spcBef>
                <a:spcPts val="3000"/>
              </a:spcBef>
              <a:buBlip>
                <a:blip r:embed="rId4"/>
              </a:buBlip>
              <a:defRPr sz="2800"/>
            </a:lvl3pPr>
            <a:lvl4pPr marL="1473200" indent="-368300">
              <a:spcBef>
                <a:spcPts val="3000"/>
              </a:spcBef>
              <a:buBlip>
                <a:blip r:embed="rId4"/>
              </a:buBlip>
              <a:defRPr sz="2800"/>
            </a:lvl4pPr>
            <a:lvl5pPr marL="1841500" indent="-368300">
              <a:spcBef>
                <a:spcPts val="3000"/>
              </a:spcBef>
              <a:buBlip>
                <a:blip r:embed="rId4"/>
              </a:buBlip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Blip>
                <a:blip r:embed="rId2"/>
              </a:buBlip>
            </a:lvl1pPr>
            <a:lvl2pPr>
              <a:buBlip>
                <a:blip r:embed="rId2"/>
              </a:buBlip>
            </a:lvl2pPr>
            <a:lvl3pPr>
              <a:buBlip>
                <a:blip r:embed="rId2"/>
              </a:buBlip>
            </a:lvl3pPr>
            <a:lvl4pPr>
              <a:buBlip>
                <a:blip r:embed="rId2"/>
              </a:buBlip>
            </a:lvl4pPr>
            <a:lvl5pPr>
              <a:buBlip>
                <a:blip r:embed="rId2"/>
              </a:buBlip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lines-line-1.png" descr="lines-line-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7700" y="8864600"/>
            <a:ext cx="11798300" cy="292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7" name="wave-line.png" descr="wave-line.png"/>
          <p:cNvPicPr>
            <a:picLocks noChangeAspect="1"/>
          </p:cNvPicPr>
          <p:nvPr/>
        </p:nvPicPr>
        <p:blipFill>
          <a:blip r:embed="rId3">
            <a:extLst/>
          </a:blip>
          <a:srcRect l="16094" t="82" r="38169" b="72"/>
          <a:stretch>
            <a:fillRect/>
          </a:stretch>
        </p:blipFill>
        <p:spPr>
          <a:xfrm>
            <a:off x="799800" y="597015"/>
            <a:ext cx="11367016" cy="1398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6"/>
                </a:moveTo>
                <a:lnTo>
                  <a:pt x="1" y="0"/>
                </a:lnTo>
                <a:lnTo>
                  <a:pt x="0" y="21584"/>
                </a:lnTo>
                <a:lnTo>
                  <a:pt x="21599" y="21600"/>
                </a:lnTo>
                <a:lnTo>
                  <a:pt x="21600" y="16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38" name="wave-line.png" descr="wave-line.png"/>
          <p:cNvPicPr>
            <a:picLocks noChangeAspect="1"/>
          </p:cNvPicPr>
          <p:nvPr/>
        </p:nvPicPr>
        <p:blipFill>
          <a:blip r:embed="rId3">
            <a:extLst/>
          </a:blip>
          <a:srcRect l="16504" t="0" r="50434" b="0"/>
          <a:stretch>
            <a:fillRect/>
          </a:stretch>
        </p:blipFill>
        <p:spPr>
          <a:xfrm rot="5400000">
            <a:off x="-3378364" y="4686138"/>
            <a:ext cx="8216901" cy="140023"/>
          </a:xfrm>
          <a:prstGeom prst="rect">
            <a:avLst/>
          </a:prstGeom>
          <a:ln w="12700">
            <a:miter lim="400000"/>
          </a:ln>
        </p:spPr>
      </p:pic>
      <p:pic>
        <p:nvPicPr>
          <p:cNvPr id="139" name="dots-line-cropped.png" descr="dots-line-cropped.png"/>
          <p:cNvPicPr>
            <a:picLocks noChangeAspect="1"/>
          </p:cNvPicPr>
          <p:nvPr/>
        </p:nvPicPr>
        <p:blipFill>
          <a:blip r:embed="rId4">
            <a:extLst/>
          </a:blip>
          <a:srcRect l="4761" t="2928" r="10188" b="0"/>
          <a:stretch>
            <a:fillRect/>
          </a:stretch>
        </p:blipFill>
        <p:spPr>
          <a:xfrm rot="16199985">
            <a:off x="-4244962" y="4772011"/>
            <a:ext cx="9753601" cy="209578"/>
          </a:xfrm>
          <a:prstGeom prst="rect">
            <a:avLst/>
          </a:prstGeom>
          <a:ln w="12700">
            <a:miter lim="400000"/>
          </a:ln>
        </p:spPr>
      </p:pic>
      <p:pic>
        <p:nvPicPr>
          <p:cNvPr id="140" name="dots-line-cropped.png" descr="dots-line-cropped.png"/>
          <p:cNvPicPr>
            <a:picLocks noChangeAspect="1"/>
          </p:cNvPicPr>
          <p:nvPr/>
        </p:nvPicPr>
        <p:blipFill>
          <a:blip r:embed="rId4">
            <a:extLst/>
          </a:blip>
          <a:srcRect l="0" t="5872" r="0" b="5892"/>
          <a:stretch>
            <a:fillRect/>
          </a:stretch>
        </p:blipFill>
        <p:spPr>
          <a:xfrm rot="21599984">
            <a:off x="698498" y="469908"/>
            <a:ext cx="11468107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1" name="dots-line-cropped.png" descr="dots-line-cropped.png"/>
          <p:cNvPicPr>
            <a:picLocks noChangeAspect="1"/>
          </p:cNvPicPr>
          <p:nvPr/>
        </p:nvPicPr>
        <p:blipFill>
          <a:blip r:embed="rId4">
            <a:extLst/>
          </a:blip>
          <a:srcRect l="53986" t="2927" r="41140" b="0"/>
          <a:stretch>
            <a:fillRect/>
          </a:stretch>
        </p:blipFill>
        <p:spPr>
          <a:xfrm rot="21599984">
            <a:off x="12439650" y="9010646"/>
            <a:ext cx="558801" cy="20958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2" name="dots-line-cropped.png" descr="dots-line-cropped.png"/>
          <p:cNvPicPr>
            <a:picLocks noChangeAspect="1"/>
          </p:cNvPicPr>
          <p:nvPr/>
        </p:nvPicPr>
        <p:blipFill>
          <a:blip r:embed="rId4">
            <a:extLst/>
          </a:blip>
          <a:srcRect l="37929" t="2926" r="56976" b="0"/>
          <a:stretch>
            <a:fillRect/>
          </a:stretch>
        </p:blipFill>
        <p:spPr>
          <a:xfrm rot="21599984">
            <a:off x="6350" y="9010652"/>
            <a:ext cx="584201" cy="209583"/>
          </a:xfrm>
          <a:prstGeom prst="rect">
            <a:avLst/>
          </a:prstGeom>
          <a:ln w="12700">
            <a:miter lim="400000"/>
          </a:ln>
        </p:spPr>
      </p:pic>
      <p:pic>
        <p:nvPicPr>
          <p:cNvPr id="143" name="lines-vert-line.png" descr="lines-vert-line.png"/>
          <p:cNvPicPr>
            <a:picLocks noChangeAspect="0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2153900" y="361949"/>
            <a:ext cx="317500" cy="8724901"/>
          </a:xfrm>
          <a:prstGeom prst="rect">
            <a:avLst/>
          </a:prstGeom>
          <a:ln w="12700">
            <a:miter lim="400000"/>
          </a:ln>
        </p:spPr>
      </p:pic>
      <p:sp>
        <p:nvSpPr>
          <p:cNvPr id="144" name="Image"/>
          <p:cNvSpPr/>
          <p:nvPr>
            <p:ph type="pic" idx="13"/>
          </p:nvPr>
        </p:nvSpPr>
        <p:spPr>
          <a:xfrm rot="1">
            <a:off x="1041400" y="914400"/>
            <a:ext cx="6502401" cy="7861301"/>
          </a:xfrm>
          <a:prstGeom prst="rect">
            <a:avLst/>
          </a:prstGeom>
          <a:effectLst>
            <a:outerShdw sx="100000" sy="100000" kx="0" ky="0" algn="b" rotWithShape="0" blurRad="63500" dist="50800" dir="5400000">
              <a:srgbClr val="292929">
                <a:alpha val="46500"/>
              </a:srgbClr>
            </a:outerShdw>
          </a:effectLst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45" name="Image"/>
          <p:cNvSpPr/>
          <p:nvPr>
            <p:ph type="pic" sz="quarter" idx="14"/>
          </p:nvPr>
        </p:nvSpPr>
        <p:spPr>
          <a:xfrm rot="180000">
            <a:off x="7029728" y="4460354"/>
            <a:ext cx="4959169" cy="4013201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46" name="Image"/>
          <p:cNvSpPr/>
          <p:nvPr>
            <p:ph type="pic" sz="quarter" idx="15"/>
          </p:nvPr>
        </p:nvSpPr>
        <p:spPr>
          <a:xfrm>
            <a:off x="6819900" y="939800"/>
            <a:ext cx="4889500" cy="36703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lines-line-1.png" descr="lines-line-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7700" y="8864600"/>
            <a:ext cx="11798300" cy="292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55" name="wave-line.png" descr="wave-line.png"/>
          <p:cNvPicPr>
            <a:picLocks noChangeAspect="1"/>
          </p:cNvPicPr>
          <p:nvPr/>
        </p:nvPicPr>
        <p:blipFill>
          <a:blip r:embed="rId3">
            <a:extLst/>
          </a:blip>
          <a:srcRect l="16094" t="82" r="38169" b="72"/>
          <a:stretch>
            <a:fillRect/>
          </a:stretch>
        </p:blipFill>
        <p:spPr>
          <a:xfrm>
            <a:off x="799800" y="597015"/>
            <a:ext cx="11367016" cy="1398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6"/>
                </a:moveTo>
                <a:lnTo>
                  <a:pt x="1" y="0"/>
                </a:lnTo>
                <a:lnTo>
                  <a:pt x="0" y="21584"/>
                </a:lnTo>
                <a:lnTo>
                  <a:pt x="21599" y="21600"/>
                </a:lnTo>
                <a:lnTo>
                  <a:pt x="21600" y="16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56" name="wave-line.png" descr="wave-line.png"/>
          <p:cNvPicPr>
            <a:picLocks noChangeAspect="1"/>
          </p:cNvPicPr>
          <p:nvPr/>
        </p:nvPicPr>
        <p:blipFill>
          <a:blip r:embed="rId3">
            <a:extLst/>
          </a:blip>
          <a:srcRect l="16504" t="0" r="50434" b="0"/>
          <a:stretch>
            <a:fillRect/>
          </a:stretch>
        </p:blipFill>
        <p:spPr>
          <a:xfrm rot="5400000">
            <a:off x="-3378364" y="4686138"/>
            <a:ext cx="8216901" cy="140023"/>
          </a:xfrm>
          <a:prstGeom prst="rect">
            <a:avLst/>
          </a:prstGeom>
          <a:ln w="12700">
            <a:miter lim="400000"/>
          </a:ln>
        </p:spPr>
      </p:pic>
      <p:pic>
        <p:nvPicPr>
          <p:cNvPr id="157" name="dots-line-cropped.png" descr="dots-line-cropped.png"/>
          <p:cNvPicPr>
            <a:picLocks noChangeAspect="1"/>
          </p:cNvPicPr>
          <p:nvPr/>
        </p:nvPicPr>
        <p:blipFill>
          <a:blip r:embed="rId4">
            <a:extLst/>
          </a:blip>
          <a:srcRect l="4761" t="2928" r="10188" b="0"/>
          <a:stretch>
            <a:fillRect/>
          </a:stretch>
        </p:blipFill>
        <p:spPr>
          <a:xfrm rot="16199985">
            <a:off x="-4244962" y="4772011"/>
            <a:ext cx="9753601" cy="209578"/>
          </a:xfrm>
          <a:prstGeom prst="rect">
            <a:avLst/>
          </a:prstGeom>
          <a:ln w="12700">
            <a:miter lim="400000"/>
          </a:ln>
        </p:spPr>
      </p:pic>
      <p:pic>
        <p:nvPicPr>
          <p:cNvPr id="158" name="dots-line-cropped.png" descr="dots-line-cropped.png"/>
          <p:cNvPicPr>
            <a:picLocks noChangeAspect="1"/>
          </p:cNvPicPr>
          <p:nvPr/>
        </p:nvPicPr>
        <p:blipFill>
          <a:blip r:embed="rId4">
            <a:extLst/>
          </a:blip>
          <a:srcRect l="0" t="5872" r="0" b="5892"/>
          <a:stretch>
            <a:fillRect/>
          </a:stretch>
        </p:blipFill>
        <p:spPr>
          <a:xfrm rot="21599984">
            <a:off x="698498" y="469908"/>
            <a:ext cx="11468107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9" name="dots-line-cropped.png" descr="dots-line-cropped.png"/>
          <p:cNvPicPr>
            <a:picLocks noChangeAspect="1"/>
          </p:cNvPicPr>
          <p:nvPr/>
        </p:nvPicPr>
        <p:blipFill>
          <a:blip r:embed="rId4">
            <a:extLst/>
          </a:blip>
          <a:srcRect l="53986" t="2927" r="41140" b="0"/>
          <a:stretch>
            <a:fillRect/>
          </a:stretch>
        </p:blipFill>
        <p:spPr>
          <a:xfrm rot="21599984">
            <a:off x="12439650" y="9010646"/>
            <a:ext cx="558801" cy="20958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0" name="dots-line-cropped.png" descr="dots-line-cropped.png"/>
          <p:cNvPicPr>
            <a:picLocks noChangeAspect="1"/>
          </p:cNvPicPr>
          <p:nvPr/>
        </p:nvPicPr>
        <p:blipFill>
          <a:blip r:embed="rId4">
            <a:extLst/>
          </a:blip>
          <a:srcRect l="37929" t="2926" r="56976" b="0"/>
          <a:stretch>
            <a:fillRect/>
          </a:stretch>
        </p:blipFill>
        <p:spPr>
          <a:xfrm rot="21599984">
            <a:off x="6350" y="9010652"/>
            <a:ext cx="584201" cy="209583"/>
          </a:xfrm>
          <a:prstGeom prst="rect">
            <a:avLst/>
          </a:prstGeom>
          <a:ln w="12700">
            <a:miter lim="400000"/>
          </a:ln>
        </p:spPr>
      </p:pic>
      <p:pic>
        <p:nvPicPr>
          <p:cNvPr id="161" name="lines-vert-line.png" descr="lines-vert-line.png"/>
          <p:cNvPicPr>
            <a:picLocks noChangeAspect="0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2153900" y="361949"/>
            <a:ext cx="317500" cy="8724901"/>
          </a:xfrm>
          <a:prstGeom prst="rect">
            <a:avLst/>
          </a:prstGeom>
          <a:ln w="12700">
            <a:miter lim="400000"/>
          </a:ln>
        </p:spPr>
      </p:pic>
      <p:sp>
        <p:nvSpPr>
          <p:cNvPr id="162" name="“Type a quote here.”"/>
          <p:cNvSpPr txBox="1"/>
          <p:nvPr>
            <p:ph type="body" sz="quarter" idx="13"/>
          </p:nvPr>
        </p:nvSpPr>
        <p:spPr>
          <a:xfrm>
            <a:off x="1270000" y="4559300"/>
            <a:ext cx="10464800" cy="6223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i="1"/>
            </a:lvl1pPr>
          </a:lstStyle>
          <a:p>
            <a:pPr/>
            <a:r>
              <a:t>“Type a quote here.”</a:t>
            </a:r>
          </a:p>
        </p:txBody>
      </p:sp>
      <p:sp>
        <p:nvSpPr>
          <p:cNvPr id="163" name="–Johnny Appleseed"/>
          <p:cNvSpPr txBox="1"/>
          <p:nvPr>
            <p:ph type="body" sz="quarter" idx="14"/>
          </p:nvPr>
        </p:nvSpPr>
        <p:spPr>
          <a:xfrm>
            <a:off x="1270000" y="6362700"/>
            <a:ext cx="10464800" cy="4445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2400"/>
            </a:lvl1pPr>
          </a:lstStyle>
          <a:p>
            <a:pPr/>
            <a:r>
              <a:t>–Johnny Appleseed</a:t>
            </a:r>
          </a:p>
        </p:txBody>
      </p:sp>
      <p:sp>
        <p:nvSpPr>
          <p:cNvPr id="1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lines-line-1.png" descr="lines-line-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7700" y="8864600"/>
            <a:ext cx="11798300" cy="292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72" name="wave-line.png" descr="wave-line.png"/>
          <p:cNvPicPr>
            <a:picLocks noChangeAspect="1"/>
          </p:cNvPicPr>
          <p:nvPr/>
        </p:nvPicPr>
        <p:blipFill>
          <a:blip r:embed="rId3">
            <a:extLst/>
          </a:blip>
          <a:srcRect l="16094" t="82" r="38169" b="72"/>
          <a:stretch>
            <a:fillRect/>
          </a:stretch>
        </p:blipFill>
        <p:spPr>
          <a:xfrm>
            <a:off x="799800" y="597015"/>
            <a:ext cx="11367016" cy="1398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6"/>
                </a:moveTo>
                <a:lnTo>
                  <a:pt x="1" y="0"/>
                </a:lnTo>
                <a:lnTo>
                  <a:pt x="0" y="21584"/>
                </a:lnTo>
                <a:lnTo>
                  <a:pt x="21599" y="21600"/>
                </a:lnTo>
                <a:lnTo>
                  <a:pt x="21600" y="16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73" name="wave-line.png" descr="wave-line.png"/>
          <p:cNvPicPr>
            <a:picLocks noChangeAspect="1"/>
          </p:cNvPicPr>
          <p:nvPr/>
        </p:nvPicPr>
        <p:blipFill>
          <a:blip r:embed="rId3">
            <a:extLst/>
          </a:blip>
          <a:srcRect l="16504" t="0" r="50434" b="0"/>
          <a:stretch>
            <a:fillRect/>
          </a:stretch>
        </p:blipFill>
        <p:spPr>
          <a:xfrm rot="5400000">
            <a:off x="-3378364" y="4686138"/>
            <a:ext cx="8216901" cy="140023"/>
          </a:xfrm>
          <a:prstGeom prst="rect">
            <a:avLst/>
          </a:prstGeom>
          <a:ln w="12700">
            <a:miter lim="400000"/>
          </a:ln>
        </p:spPr>
      </p:pic>
      <p:pic>
        <p:nvPicPr>
          <p:cNvPr id="174" name="dots-line-cropped.png" descr="dots-line-cropped.png"/>
          <p:cNvPicPr>
            <a:picLocks noChangeAspect="1"/>
          </p:cNvPicPr>
          <p:nvPr/>
        </p:nvPicPr>
        <p:blipFill>
          <a:blip r:embed="rId4">
            <a:extLst/>
          </a:blip>
          <a:srcRect l="4761" t="2928" r="10188" b="0"/>
          <a:stretch>
            <a:fillRect/>
          </a:stretch>
        </p:blipFill>
        <p:spPr>
          <a:xfrm rot="16199985">
            <a:off x="-4244962" y="4772011"/>
            <a:ext cx="9753601" cy="209578"/>
          </a:xfrm>
          <a:prstGeom prst="rect">
            <a:avLst/>
          </a:prstGeom>
          <a:ln w="12700">
            <a:miter lim="400000"/>
          </a:ln>
        </p:spPr>
      </p:pic>
      <p:pic>
        <p:nvPicPr>
          <p:cNvPr id="175" name="dots-line-cropped.png" descr="dots-line-cropped.png"/>
          <p:cNvPicPr>
            <a:picLocks noChangeAspect="1"/>
          </p:cNvPicPr>
          <p:nvPr/>
        </p:nvPicPr>
        <p:blipFill>
          <a:blip r:embed="rId4">
            <a:extLst/>
          </a:blip>
          <a:srcRect l="0" t="5872" r="0" b="5892"/>
          <a:stretch>
            <a:fillRect/>
          </a:stretch>
        </p:blipFill>
        <p:spPr>
          <a:xfrm rot="21599984">
            <a:off x="698498" y="469908"/>
            <a:ext cx="11468107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76" name="dots-line-cropped.png" descr="dots-line-cropped.png"/>
          <p:cNvPicPr>
            <a:picLocks noChangeAspect="1"/>
          </p:cNvPicPr>
          <p:nvPr/>
        </p:nvPicPr>
        <p:blipFill>
          <a:blip r:embed="rId4">
            <a:extLst/>
          </a:blip>
          <a:srcRect l="53986" t="2927" r="41140" b="0"/>
          <a:stretch>
            <a:fillRect/>
          </a:stretch>
        </p:blipFill>
        <p:spPr>
          <a:xfrm rot="21599984">
            <a:off x="12439650" y="9010646"/>
            <a:ext cx="558801" cy="209581"/>
          </a:xfrm>
          <a:prstGeom prst="rect">
            <a:avLst/>
          </a:prstGeom>
          <a:ln w="12700">
            <a:miter lim="400000"/>
          </a:ln>
        </p:spPr>
      </p:pic>
      <p:pic>
        <p:nvPicPr>
          <p:cNvPr id="177" name="dots-line-cropped.png" descr="dots-line-cropped.png"/>
          <p:cNvPicPr>
            <a:picLocks noChangeAspect="1"/>
          </p:cNvPicPr>
          <p:nvPr/>
        </p:nvPicPr>
        <p:blipFill>
          <a:blip r:embed="rId4">
            <a:extLst/>
          </a:blip>
          <a:srcRect l="37929" t="2926" r="56976" b="0"/>
          <a:stretch>
            <a:fillRect/>
          </a:stretch>
        </p:blipFill>
        <p:spPr>
          <a:xfrm rot="21599984">
            <a:off x="6350" y="9010652"/>
            <a:ext cx="584201" cy="209583"/>
          </a:xfrm>
          <a:prstGeom prst="rect">
            <a:avLst/>
          </a:prstGeom>
          <a:ln w="12700">
            <a:miter lim="400000"/>
          </a:ln>
        </p:spPr>
      </p:pic>
      <p:pic>
        <p:nvPicPr>
          <p:cNvPr id="178" name="lines-vert-line.png" descr="lines-vert-line.png"/>
          <p:cNvPicPr>
            <a:picLocks noChangeAspect="0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2153900" y="361949"/>
            <a:ext cx="317500" cy="8724901"/>
          </a:xfrm>
          <a:prstGeom prst="rect">
            <a:avLst/>
          </a:prstGeom>
          <a:ln w="12700">
            <a:miter lim="400000"/>
          </a:ln>
        </p:spPr>
      </p:pic>
      <p:sp>
        <p:nvSpPr>
          <p:cNvPr id="179" name="Image"/>
          <p:cNvSpPr/>
          <p:nvPr>
            <p:ph type="pic" idx="13"/>
          </p:nvPr>
        </p:nvSpPr>
        <p:spPr>
          <a:xfrm>
            <a:off x="0" y="0"/>
            <a:ext cx="13004800" cy="975674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8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lines-line-1.png" descr="lines-line-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7700" y="8864600"/>
            <a:ext cx="11798300" cy="292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8" name="wave-line.png" descr="wave-line.png"/>
          <p:cNvPicPr>
            <a:picLocks noChangeAspect="1"/>
          </p:cNvPicPr>
          <p:nvPr/>
        </p:nvPicPr>
        <p:blipFill>
          <a:blip r:embed="rId3">
            <a:extLst/>
          </a:blip>
          <a:srcRect l="16094" t="82" r="38169" b="72"/>
          <a:stretch>
            <a:fillRect/>
          </a:stretch>
        </p:blipFill>
        <p:spPr>
          <a:xfrm>
            <a:off x="799800" y="597015"/>
            <a:ext cx="11367016" cy="1398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6"/>
                </a:moveTo>
                <a:lnTo>
                  <a:pt x="1" y="0"/>
                </a:lnTo>
                <a:lnTo>
                  <a:pt x="0" y="21584"/>
                </a:lnTo>
                <a:lnTo>
                  <a:pt x="21599" y="21600"/>
                </a:lnTo>
                <a:lnTo>
                  <a:pt x="21600" y="16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89" name="wave-line.png" descr="wave-line.png"/>
          <p:cNvPicPr>
            <a:picLocks noChangeAspect="1"/>
          </p:cNvPicPr>
          <p:nvPr/>
        </p:nvPicPr>
        <p:blipFill>
          <a:blip r:embed="rId3">
            <a:extLst/>
          </a:blip>
          <a:srcRect l="16504" t="0" r="50434" b="0"/>
          <a:stretch>
            <a:fillRect/>
          </a:stretch>
        </p:blipFill>
        <p:spPr>
          <a:xfrm rot="5400000">
            <a:off x="-3378364" y="4686138"/>
            <a:ext cx="8216901" cy="140023"/>
          </a:xfrm>
          <a:prstGeom prst="rect">
            <a:avLst/>
          </a:prstGeom>
          <a:ln w="12700">
            <a:miter lim="400000"/>
          </a:ln>
        </p:spPr>
      </p:pic>
      <p:pic>
        <p:nvPicPr>
          <p:cNvPr id="190" name="dots-line-cropped.png" descr="dots-line-cropped.png"/>
          <p:cNvPicPr>
            <a:picLocks noChangeAspect="1"/>
          </p:cNvPicPr>
          <p:nvPr/>
        </p:nvPicPr>
        <p:blipFill>
          <a:blip r:embed="rId4">
            <a:extLst/>
          </a:blip>
          <a:srcRect l="4761" t="2928" r="10188" b="0"/>
          <a:stretch>
            <a:fillRect/>
          </a:stretch>
        </p:blipFill>
        <p:spPr>
          <a:xfrm rot="16199985">
            <a:off x="-4244962" y="4772011"/>
            <a:ext cx="9753601" cy="209578"/>
          </a:xfrm>
          <a:prstGeom prst="rect">
            <a:avLst/>
          </a:prstGeom>
          <a:ln w="12700">
            <a:miter lim="400000"/>
          </a:ln>
        </p:spPr>
      </p:pic>
      <p:pic>
        <p:nvPicPr>
          <p:cNvPr id="191" name="dots-line-cropped.png" descr="dots-line-cropped.png"/>
          <p:cNvPicPr>
            <a:picLocks noChangeAspect="1"/>
          </p:cNvPicPr>
          <p:nvPr/>
        </p:nvPicPr>
        <p:blipFill>
          <a:blip r:embed="rId4">
            <a:extLst/>
          </a:blip>
          <a:srcRect l="0" t="5872" r="0" b="5892"/>
          <a:stretch>
            <a:fillRect/>
          </a:stretch>
        </p:blipFill>
        <p:spPr>
          <a:xfrm rot="21599984">
            <a:off x="698498" y="469908"/>
            <a:ext cx="11468107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92" name="dots-line-cropped.png" descr="dots-line-cropped.png"/>
          <p:cNvPicPr>
            <a:picLocks noChangeAspect="1"/>
          </p:cNvPicPr>
          <p:nvPr/>
        </p:nvPicPr>
        <p:blipFill>
          <a:blip r:embed="rId4">
            <a:extLst/>
          </a:blip>
          <a:srcRect l="53986" t="2927" r="41140" b="0"/>
          <a:stretch>
            <a:fillRect/>
          </a:stretch>
        </p:blipFill>
        <p:spPr>
          <a:xfrm rot="21599984">
            <a:off x="12439650" y="9010646"/>
            <a:ext cx="558801" cy="209581"/>
          </a:xfrm>
          <a:prstGeom prst="rect">
            <a:avLst/>
          </a:prstGeom>
          <a:ln w="12700">
            <a:miter lim="400000"/>
          </a:ln>
        </p:spPr>
      </p:pic>
      <p:pic>
        <p:nvPicPr>
          <p:cNvPr id="193" name="dots-line-cropped.png" descr="dots-line-cropped.png"/>
          <p:cNvPicPr>
            <a:picLocks noChangeAspect="1"/>
          </p:cNvPicPr>
          <p:nvPr/>
        </p:nvPicPr>
        <p:blipFill>
          <a:blip r:embed="rId4">
            <a:extLst/>
          </a:blip>
          <a:srcRect l="37929" t="2926" r="56976" b="0"/>
          <a:stretch>
            <a:fillRect/>
          </a:stretch>
        </p:blipFill>
        <p:spPr>
          <a:xfrm rot="21599984">
            <a:off x="6350" y="9010652"/>
            <a:ext cx="584201" cy="209583"/>
          </a:xfrm>
          <a:prstGeom prst="rect">
            <a:avLst/>
          </a:prstGeom>
          <a:ln w="12700">
            <a:miter lim="400000"/>
          </a:ln>
        </p:spPr>
      </p:pic>
      <p:pic>
        <p:nvPicPr>
          <p:cNvPr id="194" name="lines-vert-line.png" descr="lines-vert-line.png"/>
          <p:cNvPicPr>
            <a:picLocks noChangeAspect="0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2153900" y="361949"/>
            <a:ext cx="317500" cy="8724901"/>
          </a:xfrm>
          <a:prstGeom prst="rect">
            <a:avLst/>
          </a:prstGeom>
          <a:ln w="12700">
            <a:miter lim="400000"/>
          </a:ln>
        </p:spPr>
      </p:pic>
      <p:sp>
        <p:nvSpPr>
          <p:cNvPr id="19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slideLayout" Target="../slideLayouts/slideLayout1.xml"/><Relationship Id="rId9" Type="http://schemas.openxmlformats.org/officeDocument/2006/relationships/slideLayout" Target="../slideLayouts/slideLayout2.xml"/><Relationship Id="rId10" Type="http://schemas.openxmlformats.org/officeDocument/2006/relationships/slideLayout" Target="../slideLayouts/slideLayout3.xml"/><Relationship Id="rId11" Type="http://schemas.openxmlformats.org/officeDocument/2006/relationships/slideLayout" Target="../slideLayouts/slideLayout4.xml"/><Relationship Id="rId12" Type="http://schemas.openxmlformats.org/officeDocument/2006/relationships/slideLayout" Target="../slideLayouts/slideLayout5.xml"/><Relationship Id="rId13" Type="http://schemas.openxmlformats.org/officeDocument/2006/relationships/slideLayout" Target="../slideLayouts/slideLayout6.xml"/><Relationship Id="rId14" Type="http://schemas.openxmlformats.org/officeDocument/2006/relationships/slideLayout" Target="../slideLayouts/slideLayout7.xml"/><Relationship Id="rId15" Type="http://schemas.openxmlformats.org/officeDocument/2006/relationships/slideLayout" Target="../slideLayouts/slideLayout8.xml"/><Relationship Id="rId16" Type="http://schemas.openxmlformats.org/officeDocument/2006/relationships/slideLayout" Target="../slideLayouts/slideLayout9.xml"/><Relationship Id="rId17" Type="http://schemas.openxmlformats.org/officeDocument/2006/relationships/slideLayout" Target="../slideLayouts/slideLayout10.xml"/><Relationship Id="rId18" Type="http://schemas.openxmlformats.org/officeDocument/2006/relationships/slideLayout" Target="../slideLayouts/slideLayout11.xml"/><Relationship Id="rId19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ines-line-1.png" descr="lines-line-1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47700" y="8864600"/>
            <a:ext cx="11798300" cy="292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wave-line.png" descr="wave-line.png"/>
          <p:cNvPicPr>
            <a:picLocks noChangeAspect="1"/>
          </p:cNvPicPr>
          <p:nvPr/>
        </p:nvPicPr>
        <p:blipFill>
          <a:blip r:embed="rId4">
            <a:extLst/>
          </a:blip>
          <a:srcRect l="16094" t="82" r="38169" b="72"/>
          <a:stretch>
            <a:fillRect/>
          </a:stretch>
        </p:blipFill>
        <p:spPr>
          <a:xfrm>
            <a:off x="799800" y="597015"/>
            <a:ext cx="11367016" cy="1398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6"/>
                </a:moveTo>
                <a:lnTo>
                  <a:pt x="1" y="0"/>
                </a:lnTo>
                <a:lnTo>
                  <a:pt x="0" y="21584"/>
                </a:lnTo>
                <a:lnTo>
                  <a:pt x="21599" y="21600"/>
                </a:lnTo>
                <a:lnTo>
                  <a:pt x="21600" y="16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4" name="wave-line.png" descr="wave-line.png"/>
          <p:cNvPicPr>
            <a:picLocks noChangeAspect="1"/>
          </p:cNvPicPr>
          <p:nvPr/>
        </p:nvPicPr>
        <p:blipFill>
          <a:blip r:embed="rId4">
            <a:extLst/>
          </a:blip>
          <a:srcRect l="16504" t="0" r="50434" b="0"/>
          <a:stretch>
            <a:fillRect/>
          </a:stretch>
        </p:blipFill>
        <p:spPr>
          <a:xfrm rot="5400000">
            <a:off x="-3378364" y="4686138"/>
            <a:ext cx="8216901" cy="140023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dots-line-cropped.png" descr="dots-line-cropped.png"/>
          <p:cNvPicPr>
            <a:picLocks noChangeAspect="1"/>
          </p:cNvPicPr>
          <p:nvPr/>
        </p:nvPicPr>
        <p:blipFill>
          <a:blip r:embed="rId5">
            <a:extLst/>
          </a:blip>
          <a:srcRect l="4761" t="2928" r="10188" b="0"/>
          <a:stretch>
            <a:fillRect/>
          </a:stretch>
        </p:blipFill>
        <p:spPr>
          <a:xfrm rot="16199985">
            <a:off x="-4244962" y="4772011"/>
            <a:ext cx="9753601" cy="209578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dots-line-cropped.png" descr="dots-line-cropped.png"/>
          <p:cNvPicPr>
            <a:picLocks noChangeAspect="1"/>
          </p:cNvPicPr>
          <p:nvPr/>
        </p:nvPicPr>
        <p:blipFill>
          <a:blip r:embed="rId5">
            <a:extLst/>
          </a:blip>
          <a:srcRect l="0" t="5872" r="0" b="5892"/>
          <a:stretch>
            <a:fillRect/>
          </a:stretch>
        </p:blipFill>
        <p:spPr>
          <a:xfrm rot="21599984">
            <a:off x="698498" y="469908"/>
            <a:ext cx="11468107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dots-line-cropped.png" descr="dots-line-cropped.png"/>
          <p:cNvPicPr>
            <a:picLocks noChangeAspect="1"/>
          </p:cNvPicPr>
          <p:nvPr/>
        </p:nvPicPr>
        <p:blipFill>
          <a:blip r:embed="rId5">
            <a:extLst/>
          </a:blip>
          <a:srcRect l="53986" t="2927" r="41140" b="0"/>
          <a:stretch>
            <a:fillRect/>
          </a:stretch>
        </p:blipFill>
        <p:spPr>
          <a:xfrm rot="21599984">
            <a:off x="12439650" y="9010646"/>
            <a:ext cx="558801" cy="209581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dots-line-cropped.png" descr="dots-line-cropped.png"/>
          <p:cNvPicPr>
            <a:picLocks noChangeAspect="1"/>
          </p:cNvPicPr>
          <p:nvPr/>
        </p:nvPicPr>
        <p:blipFill>
          <a:blip r:embed="rId5">
            <a:extLst/>
          </a:blip>
          <a:srcRect l="37929" t="2926" r="56976" b="0"/>
          <a:stretch>
            <a:fillRect/>
          </a:stretch>
        </p:blipFill>
        <p:spPr>
          <a:xfrm rot="21599984">
            <a:off x="6350" y="9010652"/>
            <a:ext cx="584201" cy="209583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lines-vert-line.png" descr="lines-vert-line.png"/>
          <p:cNvPicPr>
            <a:picLocks noChangeAspect="0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2153900" y="361949"/>
            <a:ext cx="317500" cy="8724901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Body Level One…"/>
          <p:cNvSpPr txBox="1"/>
          <p:nvPr>
            <p:ph type="body" idx="1"/>
          </p:nvPr>
        </p:nvSpPr>
        <p:spPr>
          <a:xfrm>
            <a:off x="1270000" y="1511300"/>
            <a:ext cx="10464800" cy="6731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>
              <a:buBlip>
                <a:blip r:embed="rId7"/>
              </a:buBlip>
            </a:lvl1pPr>
            <a:lvl2pPr>
              <a:buBlip>
                <a:blip r:embed="rId7"/>
              </a:buBlip>
            </a:lvl2pPr>
            <a:lvl3pPr>
              <a:buBlip>
                <a:blip r:embed="rId7"/>
              </a:buBlip>
            </a:lvl3pPr>
            <a:lvl4pPr>
              <a:buBlip>
                <a:blip r:embed="rId7"/>
              </a:buBlip>
            </a:lvl4pPr>
            <a:lvl5pPr>
              <a:buBlip>
                <a:blip r:embed="rId7"/>
              </a:buBlip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" name="Title Text"/>
          <p:cNvSpPr txBox="1"/>
          <p:nvPr>
            <p:ph type="title"/>
          </p:nvPr>
        </p:nvSpPr>
        <p:spPr>
          <a:xfrm>
            <a:off x="1270000" y="254000"/>
            <a:ext cx="10464800" cy="2349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12" name="Slide Number"/>
          <p:cNvSpPr txBox="1"/>
          <p:nvPr>
            <p:ph type="sldNum" sz="quarter" idx="2"/>
          </p:nvPr>
        </p:nvSpPr>
        <p:spPr>
          <a:xfrm>
            <a:off x="6279642" y="9296400"/>
            <a:ext cx="432817" cy="4064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200">
                <a:latin typeface="+mn-lt"/>
                <a:ea typeface="+mn-ea"/>
                <a:cs typeface="+mn-cs"/>
                <a:sym typeface="Marker Fel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8"/>
    <p:sldLayoutId id="2147483650" r:id="rId9"/>
    <p:sldLayoutId id="2147483651" r:id="rId10"/>
    <p:sldLayoutId id="2147483652" r:id="rId11"/>
    <p:sldLayoutId id="2147483653" r:id="rId12"/>
    <p:sldLayoutId id="2147483654" r:id="rId13"/>
    <p:sldLayoutId id="2147483655" r:id="rId14"/>
    <p:sldLayoutId id="2147483656" r:id="rId15"/>
    <p:sldLayoutId id="2147483657" r:id="rId16"/>
    <p:sldLayoutId id="2147483658" r:id="rId17"/>
    <p:sldLayoutId id="2147483659" r:id="rId18"/>
    <p:sldLayoutId id="2147483660" r:id="rId19"/>
  </p:sldLayoutIdLst>
  <p:transition xmlns:p14="http://schemas.microsoft.com/office/powerpoint/2010/main" spd="med" advClick="1"/>
  <p:txStyles>
    <p:title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800" u="none">
          <a:ln>
            <a:noFill/>
          </a:ln>
          <a:solidFill>
            <a:srgbClr val="528D4D"/>
          </a:solidFill>
          <a:uFillTx/>
          <a:latin typeface="+mn-lt"/>
          <a:ea typeface="+mn-ea"/>
          <a:cs typeface="+mn-cs"/>
          <a:sym typeface="Marker Felt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800" u="none">
          <a:ln>
            <a:noFill/>
          </a:ln>
          <a:solidFill>
            <a:srgbClr val="528D4D"/>
          </a:solidFill>
          <a:uFillTx/>
          <a:latin typeface="+mn-lt"/>
          <a:ea typeface="+mn-ea"/>
          <a:cs typeface="+mn-cs"/>
          <a:sym typeface="Marker Felt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800" u="none">
          <a:ln>
            <a:noFill/>
          </a:ln>
          <a:solidFill>
            <a:srgbClr val="528D4D"/>
          </a:solidFill>
          <a:uFillTx/>
          <a:latin typeface="+mn-lt"/>
          <a:ea typeface="+mn-ea"/>
          <a:cs typeface="+mn-cs"/>
          <a:sym typeface="Marker Felt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800" u="none">
          <a:ln>
            <a:noFill/>
          </a:ln>
          <a:solidFill>
            <a:srgbClr val="528D4D"/>
          </a:solidFill>
          <a:uFillTx/>
          <a:latin typeface="+mn-lt"/>
          <a:ea typeface="+mn-ea"/>
          <a:cs typeface="+mn-cs"/>
          <a:sym typeface="Marker Felt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800" u="none">
          <a:ln>
            <a:noFill/>
          </a:ln>
          <a:solidFill>
            <a:srgbClr val="528D4D"/>
          </a:solidFill>
          <a:uFillTx/>
          <a:latin typeface="+mn-lt"/>
          <a:ea typeface="+mn-ea"/>
          <a:cs typeface="+mn-cs"/>
          <a:sym typeface="Marker Felt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800" u="none">
          <a:ln>
            <a:noFill/>
          </a:ln>
          <a:solidFill>
            <a:srgbClr val="528D4D"/>
          </a:solidFill>
          <a:uFillTx/>
          <a:latin typeface="+mn-lt"/>
          <a:ea typeface="+mn-ea"/>
          <a:cs typeface="+mn-cs"/>
          <a:sym typeface="Marker Felt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800" u="none">
          <a:ln>
            <a:noFill/>
          </a:ln>
          <a:solidFill>
            <a:srgbClr val="528D4D"/>
          </a:solidFill>
          <a:uFillTx/>
          <a:latin typeface="+mn-lt"/>
          <a:ea typeface="+mn-ea"/>
          <a:cs typeface="+mn-cs"/>
          <a:sym typeface="Marker Felt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800" u="none">
          <a:ln>
            <a:noFill/>
          </a:ln>
          <a:solidFill>
            <a:srgbClr val="528D4D"/>
          </a:solidFill>
          <a:uFillTx/>
          <a:latin typeface="+mn-lt"/>
          <a:ea typeface="+mn-ea"/>
          <a:cs typeface="+mn-cs"/>
          <a:sym typeface="Marker Felt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800" u="none">
          <a:ln>
            <a:noFill/>
          </a:ln>
          <a:solidFill>
            <a:srgbClr val="528D4D"/>
          </a:solidFill>
          <a:uFillTx/>
          <a:latin typeface="+mn-lt"/>
          <a:ea typeface="+mn-ea"/>
          <a:cs typeface="+mn-cs"/>
          <a:sym typeface="Marker Felt"/>
        </a:defRPr>
      </a:lvl9pPr>
    </p:titleStyle>
    <p:bodyStyle>
      <a:lvl1pPr marL="457200" marR="0" indent="-457200" algn="l" defTabSz="584200" rtl="0" latinLnBrk="0">
        <a:lnSpc>
          <a:spcPct val="100000"/>
        </a:lnSpc>
        <a:spcBef>
          <a:spcPts val="4000"/>
        </a:spcBef>
        <a:spcAft>
          <a:spcPts val="0"/>
        </a:spcAft>
        <a:buClrTx/>
        <a:buSzPct val="50000"/>
        <a:buFontTx/>
        <a:buBlip>
          <a:blip r:embed="rId7"/>
        </a:buBlip>
        <a:tabLst/>
        <a:defRPr b="0" baseline="0" cap="none" i="0" spc="0" strike="noStrike" sz="3600" u="none">
          <a:ln>
            <a:noFill/>
          </a:ln>
          <a:solidFill>
            <a:srgbClr val="006288"/>
          </a:solidFill>
          <a:uFillTx/>
          <a:latin typeface="+mj-lt"/>
          <a:ea typeface="+mj-ea"/>
          <a:cs typeface="+mj-cs"/>
          <a:sym typeface="Georgia"/>
        </a:defRPr>
      </a:lvl1pPr>
      <a:lvl2pPr marL="914400" marR="0" indent="-457200" algn="l" defTabSz="584200" rtl="0" latinLnBrk="0">
        <a:lnSpc>
          <a:spcPct val="100000"/>
        </a:lnSpc>
        <a:spcBef>
          <a:spcPts val="4000"/>
        </a:spcBef>
        <a:spcAft>
          <a:spcPts val="0"/>
        </a:spcAft>
        <a:buClrTx/>
        <a:buSzPct val="50000"/>
        <a:buFontTx/>
        <a:buBlip>
          <a:blip r:embed="rId7"/>
        </a:buBlip>
        <a:tabLst/>
        <a:defRPr b="0" baseline="0" cap="none" i="0" spc="0" strike="noStrike" sz="3600" u="none">
          <a:ln>
            <a:noFill/>
          </a:ln>
          <a:solidFill>
            <a:srgbClr val="006288"/>
          </a:solidFill>
          <a:uFillTx/>
          <a:latin typeface="+mj-lt"/>
          <a:ea typeface="+mj-ea"/>
          <a:cs typeface="+mj-cs"/>
          <a:sym typeface="Georgia"/>
        </a:defRPr>
      </a:lvl2pPr>
      <a:lvl3pPr marL="1371600" marR="0" indent="-457200" algn="l" defTabSz="584200" rtl="0" latinLnBrk="0">
        <a:lnSpc>
          <a:spcPct val="100000"/>
        </a:lnSpc>
        <a:spcBef>
          <a:spcPts val="4000"/>
        </a:spcBef>
        <a:spcAft>
          <a:spcPts val="0"/>
        </a:spcAft>
        <a:buClrTx/>
        <a:buSzPct val="50000"/>
        <a:buFontTx/>
        <a:buBlip>
          <a:blip r:embed="rId7"/>
        </a:buBlip>
        <a:tabLst/>
        <a:defRPr b="0" baseline="0" cap="none" i="0" spc="0" strike="noStrike" sz="3600" u="none">
          <a:ln>
            <a:noFill/>
          </a:ln>
          <a:solidFill>
            <a:srgbClr val="006288"/>
          </a:solidFill>
          <a:uFillTx/>
          <a:latin typeface="+mj-lt"/>
          <a:ea typeface="+mj-ea"/>
          <a:cs typeface="+mj-cs"/>
          <a:sym typeface="Georgia"/>
        </a:defRPr>
      </a:lvl3pPr>
      <a:lvl4pPr marL="1828800" marR="0" indent="-457200" algn="l" defTabSz="584200" rtl="0" latinLnBrk="0">
        <a:lnSpc>
          <a:spcPct val="100000"/>
        </a:lnSpc>
        <a:spcBef>
          <a:spcPts val="4000"/>
        </a:spcBef>
        <a:spcAft>
          <a:spcPts val="0"/>
        </a:spcAft>
        <a:buClrTx/>
        <a:buSzPct val="50000"/>
        <a:buFontTx/>
        <a:buBlip>
          <a:blip r:embed="rId7"/>
        </a:buBlip>
        <a:tabLst/>
        <a:defRPr b="0" baseline="0" cap="none" i="0" spc="0" strike="noStrike" sz="3600" u="none">
          <a:ln>
            <a:noFill/>
          </a:ln>
          <a:solidFill>
            <a:srgbClr val="006288"/>
          </a:solidFill>
          <a:uFillTx/>
          <a:latin typeface="+mj-lt"/>
          <a:ea typeface="+mj-ea"/>
          <a:cs typeface="+mj-cs"/>
          <a:sym typeface="Georgia"/>
        </a:defRPr>
      </a:lvl4pPr>
      <a:lvl5pPr marL="2286000" marR="0" indent="-457200" algn="l" defTabSz="584200" rtl="0" latinLnBrk="0">
        <a:lnSpc>
          <a:spcPct val="100000"/>
        </a:lnSpc>
        <a:spcBef>
          <a:spcPts val="4000"/>
        </a:spcBef>
        <a:spcAft>
          <a:spcPts val="0"/>
        </a:spcAft>
        <a:buClrTx/>
        <a:buSzPct val="50000"/>
        <a:buFontTx/>
        <a:buBlip>
          <a:blip r:embed="rId7"/>
        </a:buBlip>
        <a:tabLst/>
        <a:defRPr b="0" baseline="0" cap="none" i="0" spc="0" strike="noStrike" sz="3600" u="none">
          <a:ln>
            <a:noFill/>
          </a:ln>
          <a:solidFill>
            <a:srgbClr val="006288"/>
          </a:solidFill>
          <a:uFillTx/>
          <a:latin typeface="+mj-lt"/>
          <a:ea typeface="+mj-ea"/>
          <a:cs typeface="+mj-cs"/>
          <a:sym typeface="Georgia"/>
        </a:defRPr>
      </a:lvl5pPr>
      <a:lvl6pPr marL="2743200" marR="0" indent="-457200" algn="l" defTabSz="584200" rtl="0" latinLnBrk="0">
        <a:lnSpc>
          <a:spcPct val="100000"/>
        </a:lnSpc>
        <a:spcBef>
          <a:spcPts val="4000"/>
        </a:spcBef>
        <a:spcAft>
          <a:spcPts val="0"/>
        </a:spcAft>
        <a:buClrTx/>
        <a:buSzPct val="50000"/>
        <a:buFontTx/>
        <a:buBlip>
          <a:blip r:embed="rId7"/>
        </a:buBlip>
        <a:tabLst/>
        <a:defRPr b="0" baseline="0" cap="none" i="0" spc="0" strike="noStrike" sz="3600" u="none">
          <a:ln>
            <a:noFill/>
          </a:ln>
          <a:solidFill>
            <a:srgbClr val="006288"/>
          </a:solidFill>
          <a:uFillTx/>
          <a:latin typeface="+mj-lt"/>
          <a:ea typeface="+mj-ea"/>
          <a:cs typeface="+mj-cs"/>
          <a:sym typeface="Georgia"/>
        </a:defRPr>
      </a:lvl6pPr>
      <a:lvl7pPr marL="3200400" marR="0" indent="-457200" algn="l" defTabSz="584200" rtl="0" latinLnBrk="0">
        <a:lnSpc>
          <a:spcPct val="100000"/>
        </a:lnSpc>
        <a:spcBef>
          <a:spcPts val="4000"/>
        </a:spcBef>
        <a:spcAft>
          <a:spcPts val="0"/>
        </a:spcAft>
        <a:buClrTx/>
        <a:buSzPct val="50000"/>
        <a:buFontTx/>
        <a:buBlip>
          <a:blip r:embed="rId7"/>
        </a:buBlip>
        <a:tabLst/>
        <a:defRPr b="0" baseline="0" cap="none" i="0" spc="0" strike="noStrike" sz="3600" u="none">
          <a:ln>
            <a:noFill/>
          </a:ln>
          <a:solidFill>
            <a:srgbClr val="006288"/>
          </a:solidFill>
          <a:uFillTx/>
          <a:latin typeface="+mj-lt"/>
          <a:ea typeface="+mj-ea"/>
          <a:cs typeface="+mj-cs"/>
          <a:sym typeface="Georgia"/>
        </a:defRPr>
      </a:lvl7pPr>
      <a:lvl8pPr marL="3657600" marR="0" indent="-457200" algn="l" defTabSz="584200" rtl="0" latinLnBrk="0">
        <a:lnSpc>
          <a:spcPct val="100000"/>
        </a:lnSpc>
        <a:spcBef>
          <a:spcPts val="4000"/>
        </a:spcBef>
        <a:spcAft>
          <a:spcPts val="0"/>
        </a:spcAft>
        <a:buClrTx/>
        <a:buSzPct val="50000"/>
        <a:buFontTx/>
        <a:buBlip>
          <a:blip r:embed="rId7"/>
        </a:buBlip>
        <a:tabLst/>
        <a:defRPr b="0" baseline="0" cap="none" i="0" spc="0" strike="noStrike" sz="3600" u="none">
          <a:ln>
            <a:noFill/>
          </a:ln>
          <a:solidFill>
            <a:srgbClr val="006288"/>
          </a:solidFill>
          <a:uFillTx/>
          <a:latin typeface="+mj-lt"/>
          <a:ea typeface="+mj-ea"/>
          <a:cs typeface="+mj-cs"/>
          <a:sym typeface="Georgia"/>
        </a:defRPr>
      </a:lvl8pPr>
      <a:lvl9pPr marL="4114800" marR="0" indent="-457200" algn="l" defTabSz="584200" rtl="0" latinLnBrk="0">
        <a:lnSpc>
          <a:spcPct val="100000"/>
        </a:lnSpc>
        <a:spcBef>
          <a:spcPts val="4000"/>
        </a:spcBef>
        <a:spcAft>
          <a:spcPts val="0"/>
        </a:spcAft>
        <a:buClrTx/>
        <a:buSzPct val="50000"/>
        <a:buFontTx/>
        <a:buBlip>
          <a:blip r:embed="rId7"/>
        </a:buBlip>
        <a:tabLst/>
        <a:defRPr b="0" baseline="0" cap="none" i="0" spc="0" strike="noStrike" sz="3600" u="none">
          <a:ln>
            <a:noFill/>
          </a:ln>
          <a:solidFill>
            <a:srgbClr val="006288"/>
          </a:solidFill>
          <a:uFillTx/>
          <a:latin typeface="+mj-lt"/>
          <a:ea typeface="+mj-ea"/>
          <a:cs typeface="+mj-cs"/>
          <a:sym typeface="Georgia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arker Fel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arker Fel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arker Fel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arker Fel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arker Fel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arker Fel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arker Fel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arker Fel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arker Felt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/Relationships>
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png"/></Relationships>
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Easter Mini-Games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Easter Mini-Games</a:t>
            </a:r>
          </a:p>
        </p:txBody>
      </p:sp>
      <p:sp>
        <p:nvSpPr>
          <p:cNvPr id="205" name="Using state, theme variation, multi-level game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Using state, theme variation, multi-level game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et the stag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Set the stage</a:t>
            </a:r>
          </a:p>
        </p:txBody>
      </p:sp>
      <p:grpSp>
        <p:nvGrpSpPr>
          <p:cNvPr id="210" name="Image"/>
          <p:cNvGrpSpPr/>
          <p:nvPr/>
        </p:nvGrpSpPr>
        <p:grpSpPr>
          <a:xfrm>
            <a:off x="1535403" y="2843499"/>
            <a:ext cx="7267100" cy="4854002"/>
            <a:chOff x="0" y="0"/>
            <a:chExt cx="7267099" cy="4854000"/>
          </a:xfrm>
        </p:grpSpPr>
        <p:pic>
          <p:nvPicPr>
            <p:cNvPr id="209" name="Image" descr="Image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114300" y="152400"/>
              <a:ext cx="7038500" cy="4396801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208" name="Image" descr="Image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7267100" cy="4854001"/>
            </a:xfrm>
            <a:prstGeom prst="rect">
              <a:avLst/>
            </a:prstGeom>
            <a:effectLst/>
          </p:spPr>
        </p:pic>
      </p:grpSp>
      <p:pic>
        <p:nvPicPr>
          <p:cNvPr id="211" name="Image" descr="Image"/>
          <p:cNvPicPr>
            <a:picLocks noChangeAspect="1"/>
          </p:cNvPicPr>
          <p:nvPr/>
        </p:nvPicPr>
        <p:blipFill>
          <a:blip r:embed="rId4">
            <a:extLst/>
          </a:blip>
          <a:srcRect l="0" t="165" r="0" b="165"/>
          <a:stretch>
            <a:fillRect/>
          </a:stretch>
        </p:blipFill>
        <p:spPr>
          <a:xfrm rot="21360000">
            <a:off x="8767143" y="1720847"/>
            <a:ext cx="2075784" cy="6311901"/>
          </a:xfrm>
          <a:prstGeom prst="rect">
            <a:avLst/>
          </a:prstGeom>
          <a:ln w="101600">
            <a:solidFill>
              <a:srgbClr val="FFFFFF"/>
            </a:solidFill>
            <a:miter lim="400000"/>
          </a:ln>
          <a:effectLst>
            <a:outerShdw sx="100000" sy="100000" kx="0" ky="0" algn="b" rotWithShape="0" blurRad="38100" dist="50800" dir="5400000">
              <a:srgbClr val="292929">
                <a:alpha val="69750"/>
              </a:srgbClr>
            </a:outerShdw>
          </a:effectLst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ame on!!!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Game on!!!</a:t>
            </a:r>
          </a:p>
        </p:txBody>
      </p:sp>
      <p:grpSp>
        <p:nvGrpSpPr>
          <p:cNvPr id="216" name="Image"/>
          <p:cNvGrpSpPr/>
          <p:nvPr/>
        </p:nvGrpSpPr>
        <p:grpSpPr>
          <a:xfrm rot="513834">
            <a:off x="1347552" y="2846121"/>
            <a:ext cx="2464973" cy="5384800"/>
            <a:chOff x="0" y="0"/>
            <a:chExt cx="2464972" cy="5384799"/>
          </a:xfrm>
        </p:grpSpPr>
        <p:pic>
          <p:nvPicPr>
            <p:cNvPr id="215" name="Image" descr="Image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114299" y="152399"/>
              <a:ext cx="2236374" cy="4927601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214" name="Image" descr="Image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-1" y="-1"/>
              <a:ext cx="2464974" cy="5384801"/>
            </a:xfrm>
            <a:prstGeom prst="rect">
              <a:avLst/>
            </a:prstGeom>
            <a:effectLst/>
          </p:spPr>
        </p:pic>
      </p:grpSp>
      <p:grpSp>
        <p:nvGrpSpPr>
          <p:cNvPr id="219" name="Image"/>
          <p:cNvGrpSpPr/>
          <p:nvPr/>
        </p:nvGrpSpPr>
        <p:grpSpPr>
          <a:xfrm>
            <a:off x="3767489" y="3424490"/>
            <a:ext cx="7877959" cy="4962020"/>
            <a:chOff x="0" y="0"/>
            <a:chExt cx="7877958" cy="4962018"/>
          </a:xfrm>
        </p:grpSpPr>
        <p:pic>
          <p:nvPicPr>
            <p:cNvPr id="218" name="Image" descr="Image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114300" y="152400"/>
              <a:ext cx="7649359" cy="4504819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217" name="Image" descr="Image"/>
            <p:cNvPicPr>
              <a:picLocks noChangeAspect="0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0" y="0"/>
              <a:ext cx="7877959" cy="4962019"/>
            </a:xfrm>
            <a:prstGeom prst="rect">
              <a:avLst/>
            </a:prstGeom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Watermelon Easter egg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Watermelon Easter egg?</a:t>
            </a:r>
          </a:p>
        </p:txBody>
      </p:sp>
      <p:grpSp>
        <p:nvGrpSpPr>
          <p:cNvPr id="224" name="Image"/>
          <p:cNvGrpSpPr/>
          <p:nvPr/>
        </p:nvGrpSpPr>
        <p:grpSpPr>
          <a:xfrm>
            <a:off x="3575049" y="1925601"/>
            <a:ext cx="1714110" cy="2539452"/>
            <a:chOff x="0" y="0"/>
            <a:chExt cx="1714108" cy="2539451"/>
          </a:xfrm>
        </p:grpSpPr>
        <p:pic>
          <p:nvPicPr>
            <p:cNvPr id="223" name="Image" descr="Image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114300" y="152400"/>
              <a:ext cx="1485509" cy="2082252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222" name="Image" descr="Image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-1" y="0"/>
              <a:ext cx="1714110" cy="2539452"/>
            </a:xfrm>
            <a:prstGeom prst="rect">
              <a:avLst/>
            </a:prstGeom>
            <a:effectLst/>
          </p:spPr>
        </p:pic>
      </p:grpSp>
      <p:grpSp>
        <p:nvGrpSpPr>
          <p:cNvPr id="227" name="Image"/>
          <p:cNvGrpSpPr/>
          <p:nvPr/>
        </p:nvGrpSpPr>
        <p:grpSpPr>
          <a:xfrm>
            <a:off x="892571" y="2272678"/>
            <a:ext cx="1949460" cy="1845297"/>
            <a:chOff x="0" y="0"/>
            <a:chExt cx="1949459" cy="1845296"/>
          </a:xfrm>
        </p:grpSpPr>
        <p:pic>
          <p:nvPicPr>
            <p:cNvPr id="226" name="Image" descr="Image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114300" y="152400"/>
              <a:ext cx="1720860" cy="1388097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225" name="Image" descr="Image"/>
            <p:cNvPicPr>
              <a:picLocks noChangeAspect="0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0" y="0"/>
              <a:ext cx="1949460" cy="1845297"/>
            </a:xfrm>
            <a:prstGeom prst="rect">
              <a:avLst/>
            </a:prstGeom>
            <a:effectLst/>
          </p:spPr>
        </p:pic>
      </p:grpSp>
      <p:sp>
        <p:nvSpPr>
          <p:cNvPr id="228" name="="/>
          <p:cNvSpPr txBox="1"/>
          <p:nvPr/>
        </p:nvSpPr>
        <p:spPr>
          <a:xfrm>
            <a:off x="2936879" y="2725426"/>
            <a:ext cx="632223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800"/>
            </a:lvl1pPr>
          </a:lstStyle>
          <a:p>
            <a:pPr/>
            <a:r>
              <a:t>=</a:t>
            </a:r>
          </a:p>
        </p:txBody>
      </p:sp>
      <p:pic>
        <p:nvPicPr>
          <p:cNvPr id="229" name="Image" descr="Image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647457" y="4550993"/>
            <a:ext cx="9519386" cy="4303866"/>
          </a:xfrm>
          <a:prstGeom prst="rect">
            <a:avLst/>
          </a:prstGeom>
          <a:ln w="101600">
            <a:solidFill>
              <a:srgbClr val="FFFFFF"/>
            </a:solidFill>
            <a:miter lim="400000"/>
          </a:ln>
          <a:effectLst>
            <a:outerShdw sx="100000" sy="100000" kx="0" ky="0" algn="b" rotWithShape="0" blurRad="38100" dist="50800" dir="5400000">
              <a:srgbClr val="292929">
                <a:alpha val="69750"/>
              </a:srgbClr>
            </a:outerShdw>
          </a:effectLst>
        </p:spPr>
      </p:pic>
      <p:grpSp>
        <p:nvGrpSpPr>
          <p:cNvPr id="232" name="Image"/>
          <p:cNvGrpSpPr/>
          <p:nvPr/>
        </p:nvGrpSpPr>
        <p:grpSpPr>
          <a:xfrm>
            <a:off x="7699379" y="2187049"/>
            <a:ext cx="3243352" cy="2016555"/>
            <a:chOff x="0" y="0"/>
            <a:chExt cx="3243350" cy="2016553"/>
          </a:xfrm>
        </p:grpSpPr>
        <p:pic>
          <p:nvPicPr>
            <p:cNvPr id="231" name="Image" descr="Image"/>
            <p:cNvPicPr>
              <a:picLocks noChangeAspect="1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114300" y="152400"/>
              <a:ext cx="3014751" cy="1559354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230" name="Image" descr="Image"/>
            <p:cNvPicPr>
              <a:picLocks noChangeAspect="0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0" y="0"/>
              <a:ext cx="3243351" cy="2016554"/>
            </a:xfrm>
            <a:prstGeom prst="rect">
              <a:avLst/>
            </a:prstGeom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Keep track of your eggs!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Keep track of your eggs!</a:t>
            </a:r>
          </a:p>
        </p:txBody>
      </p:sp>
      <p:pic>
        <p:nvPicPr>
          <p:cNvPr id="235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84450" y="2997199"/>
            <a:ext cx="8262507" cy="53848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Hide eggs everywhere…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Hide eggs everywhere…</a:t>
            </a:r>
          </a:p>
        </p:txBody>
      </p:sp>
      <p:grpSp>
        <p:nvGrpSpPr>
          <p:cNvPr id="240" name="Image"/>
          <p:cNvGrpSpPr/>
          <p:nvPr/>
        </p:nvGrpSpPr>
        <p:grpSpPr>
          <a:xfrm>
            <a:off x="1282700" y="3030160"/>
            <a:ext cx="10464800" cy="5179180"/>
            <a:chOff x="0" y="0"/>
            <a:chExt cx="10464800" cy="5179178"/>
          </a:xfrm>
        </p:grpSpPr>
        <p:pic>
          <p:nvPicPr>
            <p:cNvPr id="239" name="Image" descr="Image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101600" y="101600"/>
              <a:ext cx="10248900" cy="4836279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238" name="Image" descr="Image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10464800" cy="5179179"/>
            </a:xfrm>
            <a:prstGeom prst="rect">
              <a:avLst/>
            </a:prstGeom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theme/_rels/theme1.xml.rels><?xml version="1.0" encoding="UTF-8" standalone="yes"?><Relationships xmlns="http://schemas.openxmlformats.org/package/2006/relationships"><Relationship Id="rId1" Type="http://schemas.openxmlformats.org/officeDocument/2006/relationships/image" Target="../media/image6.png"/></Relationships>

</file>

<file path=ppt/theme/_rels/theme2.xml.rels><?xml version="1.0" encoding="UTF-8" standalone="yes"?><Relationships xmlns="http://schemas.openxmlformats.org/package/2006/relationships"><Relationship Id="rId1" Type="http://schemas.openxmlformats.org/officeDocument/2006/relationships/image" Target="../media/image6.png"/></Relationships>

</file>

<file path=ppt/theme/theme1.xml><?xml version="1.0" encoding="utf-8"?>
<a:theme xmlns:a="http://schemas.openxmlformats.org/drawingml/2006/main" xmlns:r="http://schemas.openxmlformats.org/officeDocument/2006/relationships" name="Craft">
  <a:themeElements>
    <a:clrScheme name="Craft">
      <a:dk1>
        <a:srgbClr val="888888"/>
      </a:dk1>
      <a:lt1>
        <a:srgbClr val="006288"/>
      </a:lt1>
      <a:dk2>
        <a:srgbClr val="5C5D5F"/>
      </a:dk2>
      <a:lt2>
        <a:srgbClr val="CBCBCB"/>
      </a:lt2>
      <a:accent1>
        <a:srgbClr val="68B7E8"/>
      </a:accent1>
      <a:accent2>
        <a:srgbClr val="87BD40"/>
      </a:accent2>
      <a:accent3>
        <a:srgbClr val="E1B949"/>
      </a:accent3>
      <a:accent4>
        <a:srgbClr val="DF8E3E"/>
      </a:accent4>
      <a:accent5>
        <a:srgbClr val="DA6856"/>
      </a:accent5>
      <a:accent6>
        <a:srgbClr val="9779C2"/>
      </a:accent6>
      <a:hlink>
        <a:srgbClr val="0000FF"/>
      </a:hlink>
      <a:folHlink>
        <a:srgbClr val="FF00FF"/>
      </a:folHlink>
    </a:clrScheme>
    <a:fontScheme name="Craft">
      <a:majorFont>
        <a:latin typeface="Georgia"/>
        <a:ea typeface="Georgia"/>
        <a:cs typeface="Georgia"/>
      </a:majorFont>
      <a:minorFont>
        <a:latin typeface="Marker Felt"/>
        <a:ea typeface="Marker Felt"/>
        <a:cs typeface="Marker Felt"/>
      </a:minorFont>
    </a:fontScheme>
    <a:fmtScheme name="Craf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600" u="none" kumimoji="0" normalizeH="0">
            <a:ln>
              <a:noFill/>
            </a:ln>
            <a:solidFill>
              <a:srgbClr val="FFFFFF"/>
            </a:solidFill>
            <a:effectLst>
              <a:outerShdw sx="100000" sy="100000" kx="0" ky="0" algn="b" rotWithShape="0" blurRad="25400" dist="12700" dir="5400000">
                <a:srgbClr val="000000">
                  <a:alpha val="30000"/>
                </a:srgbClr>
              </a:outerShdw>
            </a:effectLst>
            <a:uFillTx/>
            <a:latin typeface="+mn-lt"/>
            <a:ea typeface="+mn-ea"/>
            <a:cs typeface="+mn-cs"/>
            <a:sym typeface="Marker Fel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50800" cap="flat">
          <a:solidFill>
            <a:srgbClr val="FFFFFF">
              <a:alpha val="70300"/>
            </a:srgb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600" u="none" kumimoji="0" normalizeH="0">
            <a:ln>
              <a:noFill/>
            </a:ln>
            <a:solidFill>
              <a:srgbClr val="006288"/>
            </a:solidFill>
            <a:effectLst/>
            <a:uFillTx/>
            <a:latin typeface="+mj-lt"/>
            <a:ea typeface="+mj-ea"/>
            <a:cs typeface="+mj-cs"/>
            <a:sym typeface="Georgi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Craft">
  <a:themeElements>
    <a:clrScheme name="Craft">
      <a:dk1>
        <a:srgbClr val="000000"/>
      </a:dk1>
      <a:lt1>
        <a:srgbClr val="FFFFFF"/>
      </a:lt1>
      <a:dk2>
        <a:srgbClr val="5C5D5F"/>
      </a:dk2>
      <a:lt2>
        <a:srgbClr val="CBCBCB"/>
      </a:lt2>
      <a:accent1>
        <a:srgbClr val="68B7E8"/>
      </a:accent1>
      <a:accent2>
        <a:srgbClr val="87BD40"/>
      </a:accent2>
      <a:accent3>
        <a:srgbClr val="E1B949"/>
      </a:accent3>
      <a:accent4>
        <a:srgbClr val="DF8E3E"/>
      </a:accent4>
      <a:accent5>
        <a:srgbClr val="DA6856"/>
      </a:accent5>
      <a:accent6>
        <a:srgbClr val="9779C2"/>
      </a:accent6>
      <a:hlink>
        <a:srgbClr val="0000FF"/>
      </a:hlink>
      <a:folHlink>
        <a:srgbClr val="FF00FF"/>
      </a:folHlink>
    </a:clrScheme>
    <a:fontScheme name="Craft">
      <a:majorFont>
        <a:latin typeface="Georgia"/>
        <a:ea typeface="Georgia"/>
        <a:cs typeface="Georgia"/>
      </a:majorFont>
      <a:minorFont>
        <a:latin typeface="Marker Felt"/>
        <a:ea typeface="Marker Felt"/>
        <a:cs typeface="Marker Felt"/>
      </a:minorFont>
    </a:fontScheme>
    <a:fmtScheme name="Craf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600" u="none" kumimoji="0" normalizeH="0">
            <a:ln>
              <a:noFill/>
            </a:ln>
            <a:solidFill>
              <a:srgbClr val="FFFFFF"/>
            </a:solidFill>
            <a:effectLst>
              <a:outerShdw sx="100000" sy="100000" kx="0" ky="0" algn="b" rotWithShape="0" blurRad="25400" dist="12700" dir="5400000">
                <a:srgbClr val="000000">
                  <a:alpha val="30000"/>
                </a:srgbClr>
              </a:outerShdw>
            </a:effectLst>
            <a:uFillTx/>
            <a:latin typeface="+mn-lt"/>
            <a:ea typeface="+mn-ea"/>
            <a:cs typeface="+mn-cs"/>
            <a:sym typeface="Marker Fel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50800" cap="flat">
          <a:solidFill>
            <a:srgbClr val="FFFFFF">
              <a:alpha val="70300"/>
            </a:srgb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600" u="none" kumimoji="0" normalizeH="0">
            <a:ln>
              <a:noFill/>
            </a:ln>
            <a:solidFill>
              <a:srgbClr val="006288"/>
            </a:solidFill>
            <a:effectLst/>
            <a:uFillTx/>
            <a:latin typeface="+mj-lt"/>
            <a:ea typeface="+mj-ea"/>
            <a:cs typeface="+mj-cs"/>
            <a:sym typeface="Georgi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