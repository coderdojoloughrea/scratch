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380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5FDBC-15CD-4E78-8732-B0D7EC00803C}" type="datetimeFigureOut">
              <a:rPr lang="en-US" smtClean="0"/>
              <a:t>10/16/2017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EB5AD-7320-48F0-AF1D-37687332C8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44414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5FDBC-15CD-4E78-8732-B0D7EC00803C}" type="datetimeFigureOut">
              <a:rPr lang="en-US" smtClean="0"/>
              <a:t>10/16/2017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EB5AD-7320-48F0-AF1D-37687332C8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07003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5FDBC-15CD-4E78-8732-B0D7EC00803C}" type="datetimeFigureOut">
              <a:rPr lang="en-US" smtClean="0"/>
              <a:t>10/16/2017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EB5AD-7320-48F0-AF1D-37687332C8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3036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5FDBC-15CD-4E78-8732-B0D7EC00803C}" type="datetimeFigureOut">
              <a:rPr lang="en-US" smtClean="0"/>
              <a:t>10/16/2017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EB5AD-7320-48F0-AF1D-37687332C8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75901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5FDBC-15CD-4E78-8732-B0D7EC00803C}" type="datetimeFigureOut">
              <a:rPr lang="en-US" smtClean="0"/>
              <a:t>10/16/2017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EB5AD-7320-48F0-AF1D-37687332C8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6693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5FDBC-15CD-4E78-8732-B0D7EC00803C}" type="datetimeFigureOut">
              <a:rPr lang="en-US" smtClean="0"/>
              <a:t>10/16/2017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EB5AD-7320-48F0-AF1D-37687332C8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6060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5FDBC-15CD-4E78-8732-B0D7EC00803C}" type="datetimeFigureOut">
              <a:rPr lang="en-US" smtClean="0"/>
              <a:t>10/16/2017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EB5AD-7320-48F0-AF1D-37687332C8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13978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5FDBC-15CD-4E78-8732-B0D7EC00803C}" type="datetimeFigureOut">
              <a:rPr lang="en-US" smtClean="0"/>
              <a:t>10/16/2017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EB5AD-7320-48F0-AF1D-37687332C8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4480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5FDBC-15CD-4E78-8732-B0D7EC00803C}" type="datetimeFigureOut">
              <a:rPr lang="en-US" smtClean="0"/>
              <a:t>10/16/2017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EB5AD-7320-48F0-AF1D-37687332C8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8535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5FDBC-15CD-4E78-8732-B0D7EC00803C}" type="datetimeFigureOut">
              <a:rPr lang="en-US" smtClean="0"/>
              <a:t>10/16/2017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EB5AD-7320-48F0-AF1D-37687332C8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86891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5FDBC-15CD-4E78-8732-B0D7EC00803C}" type="datetimeFigureOut">
              <a:rPr lang="en-US" smtClean="0"/>
              <a:t>10/16/2017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EB5AD-7320-48F0-AF1D-37687332C8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24977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B5FDBC-15CD-4E78-8732-B0D7EC00803C}" type="datetimeFigureOut">
              <a:rPr lang="en-US" smtClean="0"/>
              <a:t>10/16/2017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7EB5AD-7320-48F0-AF1D-37687332C8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9085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smtClean="0"/>
              <a:t>Zombie showdown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 smtClean="0"/>
              <a:t>Don’t let the zombies take over</a:t>
            </a:r>
            <a:endParaRPr lang="en-US" dirty="0"/>
          </a:p>
        </p:txBody>
      </p:sp>
      <p:pic>
        <p:nvPicPr>
          <p:cNvPr id="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5936" y="883192"/>
            <a:ext cx="748030" cy="755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69450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What’s our goal?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Create a shooter that can  walk around</a:t>
            </a:r>
          </a:p>
          <a:p>
            <a:r>
              <a:rPr lang="en-GB" dirty="0" smtClean="0"/>
              <a:t>Create bullets our shooter can fire</a:t>
            </a:r>
          </a:p>
          <a:p>
            <a:r>
              <a:rPr lang="en-GB" dirty="0" smtClean="0"/>
              <a:t>Create zombies that have health</a:t>
            </a:r>
            <a:endParaRPr lang="en-US" dirty="0"/>
          </a:p>
        </p:txBody>
      </p:sp>
      <p:pic>
        <p:nvPicPr>
          <p:cNvPr id="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548680"/>
            <a:ext cx="748030" cy="755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36368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Create turning shooter</a:t>
            </a:r>
            <a:endParaRPr lang="en-US" dirty="0"/>
          </a:p>
        </p:txBody>
      </p:sp>
      <p:pic>
        <p:nvPicPr>
          <p:cNvPr id="3" name="Picture 2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548680"/>
            <a:ext cx="748030" cy="755650"/>
          </a:xfrm>
          <a:prstGeom prst="rect">
            <a:avLst/>
          </a:prstGeom>
        </p:spPr>
      </p:pic>
      <p:pic>
        <p:nvPicPr>
          <p:cNvPr id="1026" name="Picture 2" descr="C:\Users\reillyw\Documents\Dojo\Autumn_term_2017\zombie-showdown\shooter1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455" y="1916832"/>
            <a:ext cx="1943100" cy="1104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 descr="C:\Users\reillyw\Documents\Dojo\Autumn_term_2017\zombie-showdown\code1-shooter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7824" y="1912996"/>
            <a:ext cx="4983376" cy="39934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7092280" y="6093296"/>
            <a:ext cx="1554143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GB" dirty="0" smtClean="0"/>
              <a:t>SAVE and TEST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6633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Create walking shooter</a:t>
            </a:r>
            <a:endParaRPr lang="en-US" dirty="0"/>
          </a:p>
        </p:txBody>
      </p:sp>
      <p:pic>
        <p:nvPicPr>
          <p:cNvPr id="3" name="Picture 2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548680"/>
            <a:ext cx="748030" cy="755650"/>
          </a:xfrm>
          <a:prstGeom prst="rect">
            <a:avLst/>
          </a:prstGeom>
        </p:spPr>
      </p:pic>
      <p:pic>
        <p:nvPicPr>
          <p:cNvPr id="2050" name="Picture 2" descr="C:\Users\reillyw\Documents\Dojo\Autumn_term_2017\zombie-showdown\code2-shooter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0747" y="1916832"/>
            <a:ext cx="4190007" cy="43728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C:\Users\reillyw\Documents\Dojo\Autumn_term_2017\zombie-showdown\shooter1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455" y="1916832"/>
            <a:ext cx="1943100" cy="1104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7092280" y="6093296"/>
            <a:ext cx="1554143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GB" dirty="0" smtClean="0"/>
              <a:t>SAVE and TEST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51792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Create a bullet and clone it</a:t>
            </a:r>
            <a:endParaRPr lang="en-US" dirty="0"/>
          </a:p>
        </p:txBody>
      </p:sp>
      <p:pic>
        <p:nvPicPr>
          <p:cNvPr id="3" name="Picture 2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548680"/>
            <a:ext cx="748030" cy="755650"/>
          </a:xfrm>
          <a:prstGeom prst="rect">
            <a:avLst/>
          </a:prstGeom>
        </p:spPr>
      </p:pic>
      <p:pic>
        <p:nvPicPr>
          <p:cNvPr id="3074" name="Picture 2" descr="C:\Users\reillyw\Documents\Dojo\Autumn_term_2017\zombie-showdown\code3-shooter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3181" y="2060848"/>
            <a:ext cx="6212222" cy="3528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5" name="Picture 3" descr="C:\Users\reillyw\Documents\Dojo\Autumn_term_2017\zombie-showdown\bullet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383" y="4939767"/>
            <a:ext cx="914400" cy="504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C:\Users\reillyw\Documents\Dojo\Autumn_term_2017\zombie-showdown\shooter1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583" y="2023197"/>
            <a:ext cx="1943100" cy="1104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399646" y="5455921"/>
            <a:ext cx="13158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Bullet sprite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5004048" y="2390981"/>
            <a:ext cx="2229200" cy="369332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GB" dirty="0"/>
              <a:t>Code goes on shooter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51792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Shoot some bullets</a:t>
            </a:r>
            <a:endParaRPr lang="en-US" dirty="0"/>
          </a:p>
        </p:txBody>
      </p:sp>
      <p:pic>
        <p:nvPicPr>
          <p:cNvPr id="3" name="Picture 2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548680"/>
            <a:ext cx="748030" cy="755650"/>
          </a:xfrm>
          <a:prstGeom prst="rect">
            <a:avLst/>
          </a:prstGeom>
        </p:spPr>
      </p:pic>
      <p:pic>
        <p:nvPicPr>
          <p:cNvPr id="4098" name="Picture 2" descr="C:\Users\reillyw\Documents\Dojo\Autumn_term_2017\zombie-showdown\code4-bullet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7063" y="1847850"/>
            <a:ext cx="3997225" cy="44985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3" descr="C:\Users\reillyw\Documents\Dojo\Autumn_term_2017\zombie-showdown\bullet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769" y="1988840"/>
            <a:ext cx="914400" cy="504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7092280" y="6093296"/>
            <a:ext cx="1554143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GB" dirty="0" smtClean="0"/>
              <a:t>SAVE and TEST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51792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Clone some zombies</a:t>
            </a:r>
            <a:endParaRPr lang="en-US" dirty="0"/>
          </a:p>
        </p:txBody>
      </p:sp>
      <p:pic>
        <p:nvPicPr>
          <p:cNvPr id="3" name="Picture 2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548680"/>
            <a:ext cx="748030" cy="755650"/>
          </a:xfrm>
          <a:prstGeom prst="rect">
            <a:avLst/>
          </a:prstGeom>
        </p:spPr>
      </p:pic>
      <p:pic>
        <p:nvPicPr>
          <p:cNvPr id="5122" name="Picture 2" descr="C:\Users\reillyw\Documents\Dojo\Autumn_term_2017\zombie-showdown\code5-zombie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3700" y="1800224"/>
            <a:ext cx="4518620" cy="44923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3" name="Picture 3" descr="C:\Users\reillyw\Documents\Dojo\Autumn_term_2017\zombie-showdown\zombie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1933143"/>
            <a:ext cx="1543050" cy="1057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7092280" y="6093296"/>
            <a:ext cx="1554143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GB" dirty="0" smtClean="0"/>
              <a:t>SAVE and TEST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51792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Give a hit</a:t>
            </a:r>
            <a:endParaRPr lang="en-US" dirty="0"/>
          </a:p>
        </p:txBody>
      </p:sp>
      <p:pic>
        <p:nvPicPr>
          <p:cNvPr id="3" name="Picture 2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548680"/>
            <a:ext cx="748030" cy="755650"/>
          </a:xfrm>
          <a:prstGeom prst="rect">
            <a:avLst/>
          </a:prstGeom>
        </p:spPr>
      </p:pic>
      <p:pic>
        <p:nvPicPr>
          <p:cNvPr id="6146" name="Picture 2" descr="C:\Users\reillyw\Documents\Dojo\Autumn_term_2017\zombie-showdown\code6-bullet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4613" y="2076449"/>
            <a:ext cx="5773811" cy="39896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3" descr="C:\Users\reillyw\Documents\Dojo\Autumn_term_2017\zombie-showdown\bullet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769" y="1988840"/>
            <a:ext cx="914400" cy="504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3851920" y="4293096"/>
            <a:ext cx="4392488" cy="57606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51792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Take a hit</a:t>
            </a:r>
            <a:endParaRPr lang="en-US" dirty="0"/>
          </a:p>
        </p:txBody>
      </p:sp>
      <p:pic>
        <p:nvPicPr>
          <p:cNvPr id="3" name="Picture 2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548680"/>
            <a:ext cx="748030" cy="755650"/>
          </a:xfrm>
          <a:prstGeom prst="rect">
            <a:avLst/>
          </a:prstGeom>
        </p:spPr>
      </p:pic>
      <p:pic>
        <p:nvPicPr>
          <p:cNvPr id="7170" name="Picture 2" descr="C:\Users\reillyw\Documents\Dojo\Autumn_term_2017\zombie-showdown\code7-zombie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736" y="1925858"/>
            <a:ext cx="6538530" cy="34473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3" descr="C:\Users\reillyw\Documents\Dojo\Autumn_term_2017\zombie-showdown\zombie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1925859"/>
            <a:ext cx="1543050" cy="1057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4644008" y="3861048"/>
            <a:ext cx="3024336" cy="115212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7092280" y="6093296"/>
            <a:ext cx="1554143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GB" dirty="0" smtClean="0"/>
              <a:t>SAVE and TEST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51792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Tougher zombies</a:t>
            </a:r>
            <a:endParaRPr lang="en-US" dirty="0"/>
          </a:p>
        </p:txBody>
      </p:sp>
      <p:pic>
        <p:nvPicPr>
          <p:cNvPr id="3" name="Picture 2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548680"/>
            <a:ext cx="748030" cy="755650"/>
          </a:xfrm>
          <a:prstGeom prst="rect">
            <a:avLst/>
          </a:prstGeom>
        </p:spPr>
      </p:pic>
      <p:pic>
        <p:nvPicPr>
          <p:cNvPr id="8194" name="Picture 2" descr="C:\Users\reillyw\Documents\Dojo\Autumn_term_2017\zombie-showdown\code8-zombie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6574" y="2124074"/>
            <a:ext cx="4663777" cy="40696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3" descr="C:\Users\reillyw\Documents\Dojo\Autumn_term_2017\zombie-showdown\zombie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1925859"/>
            <a:ext cx="1543050" cy="1057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651792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 smtClean="0"/>
              <a:t>Hit’em</a:t>
            </a:r>
            <a:r>
              <a:rPr lang="en-GB" dirty="0" smtClean="0"/>
              <a:t> hard</a:t>
            </a:r>
            <a:endParaRPr lang="en-US" dirty="0"/>
          </a:p>
        </p:txBody>
      </p:sp>
      <p:pic>
        <p:nvPicPr>
          <p:cNvPr id="3" name="Picture 2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548680"/>
            <a:ext cx="748030" cy="755650"/>
          </a:xfrm>
          <a:prstGeom prst="rect">
            <a:avLst/>
          </a:prstGeom>
        </p:spPr>
      </p:pic>
      <p:pic>
        <p:nvPicPr>
          <p:cNvPr id="4" name="Picture 3" descr="C:\Users\reillyw\Documents\Dojo\Autumn_term_2017\zombie-showdown\zombie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1925859"/>
            <a:ext cx="1543050" cy="1057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18" name="Picture 2" descr="C:\Users\reillyw\Documents\Dojo\Autumn_term_2017\zombie-showdown\code9-zombie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1874" y="1705208"/>
            <a:ext cx="6480491" cy="46761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/>
          <p:nvPr/>
        </p:nvSpPr>
        <p:spPr>
          <a:xfrm>
            <a:off x="4499992" y="2708920"/>
            <a:ext cx="2232248" cy="43204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4499992" y="3933056"/>
            <a:ext cx="3168352" cy="20882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7092280" y="6093296"/>
            <a:ext cx="1554143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GB" dirty="0" smtClean="0"/>
              <a:t>SAVE and TEST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51792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 smtClean="0"/>
              <a:t>Light’em</a:t>
            </a:r>
            <a:r>
              <a:rPr lang="en-GB" dirty="0" smtClean="0"/>
              <a:t> up</a:t>
            </a:r>
            <a:endParaRPr lang="en-US" dirty="0"/>
          </a:p>
        </p:txBody>
      </p:sp>
      <p:pic>
        <p:nvPicPr>
          <p:cNvPr id="3" name="Picture 2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548680"/>
            <a:ext cx="748030" cy="755650"/>
          </a:xfrm>
          <a:prstGeom prst="rect">
            <a:avLst/>
          </a:prstGeom>
        </p:spPr>
      </p:pic>
      <p:pic>
        <p:nvPicPr>
          <p:cNvPr id="10242" name="Picture 2" descr="C:\Users\reillyw\Documents\Dojo\Autumn_term_2017\zombie-showdown\code10-zombie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7744" y="1628800"/>
            <a:ext cx="6192688" cy="51485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C:\Users\reillyw\Documents\Dojo\Autumn_term_2017\zombie-showdown\zombie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1925859"/>
            <a:ext cx="1543050" cy="1057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/>
          <p:cNvSpPr/>
          <p:nvPr/>
        </p:nvSpPr>
        <p:spPr>
          <a:xfrm>
            <a:off x="4247964" y="3645024"/>
            <a:ext cx="3564396" cy="194421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7092280" y="6093296"/>
            <a:ext cx="1554143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GB" dirty="0" smtClean="0"/>
              <a:t>SAVE and TEST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75687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Enjoy!!!</a:t>
            </a:r>
            <a:endParaRPr lang="en-US" dirty="0"/>
          </a:p>
        </p:txBody>
      </p:sp>
      <p:pic>
        <p:nvPicPr>
          <p:cNvPr id="3" name="Picture 2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548680"/>
            <a:ext cx="748030" cy="755650"/>
          </a:xfrm>
          <a:prstGeom prst="rect">
            <a:avLst/>
          </a:prstGeom>
        </p:spPr>
      </p:pic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3233" y="1556792"/>
            <a:ext cx="4648200" cy="5086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975687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89</Words>
  <Application>Microsoft Office PowerPoint</Application>
  <PresentationFormat>On-screen Show (4:3)</PresentationFormat>
  <Paragraphs>26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Zombie showdown</vt:lpstr>
      <vt:lpstr>What’s our goal?</vt:lpstr>
      <vt:lpstr>Create turning shooter</vt:lpstr>
      <vt:lpstr>Create walking shooter</vt:lpstr>
      <vt:lpstr>Create a bullet and clone it</vt:lpstr>
      <vt:lpstr>Shoot some bullets</vt:lpstr>
      <vt:lpstr>Clone some zombies</vt:lpstr>
      <vt:lpstr>Give a hit</vt:lpstr>
      <vt:lpstr>Take a hit</vt:lpstr>
      <vt:lpstr>Tougher zombies</vt:lpstr>
      <vt:lpstr>Hit’em hard</vt:lpstr>
      <vt:lpstr>Light’em up</vt:lpstr>
      <vt:lpstr>Enjoy!!!</vt:lpstr>
    </vt:vector>
  </TitlesOfParts>
  <Company>Avaya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Micro-bit counter</dc:title>
  <dc:creator>reillyw</dc:creator>
  <cp:lastModifiedBy>reillyw</cp:lastModifiedBy>
  <cp:revision>16</cp:revision>
  <dcterms:created xsi:type="dcterms:W3CDTF">2017-10-14T09:46:02Z</dcterms:created>
  <dcterms:modified xsi:type="dcterms:W3CDTF">2017-10-16T14:49:57Z</dcterms:modified>
</cp:coreProperties>
</file>