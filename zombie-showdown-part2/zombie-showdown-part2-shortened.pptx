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38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11/5/2017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441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11/5/2017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700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11/5/2017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303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11/5/2017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590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11/5/2017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669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11/5/2017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606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11/5/2017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397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11/5/2017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448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11/5/2017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853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11/5/2017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689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11/5/2017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497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5FDBC-15CD-4E78-8732-B0D7EC00803C}" type="datetimeFigureOut">
              <a:rPr lang="en-US" smtClean="0"/>
              <a:t>11/5/2017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908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Zombie showdown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Don’t let the zombies take over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883192"/>
            <a:ext cx="748030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945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What’s our goal?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Create a shooter that can  walk around</a:t>
            </a:r>
          </a:p>
          <a:p>
            <a:r>
              <a:rPr lang="en-GB" dirty="0" smtClean="0"/>
              <a:t>Create bullets our shooter can fire</a:t>
            </a:r>
          </a:p>
          <a:p>
            <a:r>
              <a:rPr lang="en-GB" dirty="0" smtClean="0"/>
              <a:t>Create zombies that have health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636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Create turning shooter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1026" name="Picture 2" descr="C:\Users\reillyw\Documents\Dojo\Autumn_term_2017\zombie-showdown\shooter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455" y="1916832"/>
            <a:ext cx="1943100" cy="1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reillyw\Documents\Dojo\Autumn_term_2017\zombie-showdown\code1-shoote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912996"/>
            <a:ext cx="4983376" cy="3993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63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walking shooter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2050" name="Picture 2" descr="C:\Users\reillyw\Documents\Dojo\Autumn_term_2017\zombie-showdown\code2-shoote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0747" y="1916832"/>
            <a:ext cx="4190007" cy="4372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reillyw\Documents\Dojo\Autumn_term_2017\zombie-showdown\shooter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455" y="1916832"/>
            <a:ext cx="1943100" cy="1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179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Create a bullet and clone it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3074" name="Picture 2" descr="C:\Users\reillyw\Documents\Dojo\Autumn_term_2017\zombie-showdown\code3-shoote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3181" y="2060848"/>
            <a:ext cx="6212222" cy="352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reillyw\Documents\Dojo\Autumn_term_2017\zombie-showdown\bulle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383" y="4939767"/>
            <a:ext cx="914400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:\Users\reillyw\Documents\Dojo\Autumn_term_2017\zombie-showdown\shooter1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583" y="2023197"/>
            <a:ext cx="1943100" cy="1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99646" y="5455921"/>
            <a:ext cx="1315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Bullet sprite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004048" y="2390981"/>
            <a:ext cx="2229200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GB" dirty="0"/>
              <a:t>Code goes on shooter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179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Shoot some bullets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4098" name="Picture 2" descr="C:\Users\reillyw\Documents\Dojo\Autumn_term_2017\zombie-showdown\code4-bulle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063" y="1847850"/>
            <a:ext cx="3997225" cy="4498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C:\Users\reillyw\Documents\Dojo\Autumn_term_2017\zombie-showdown\bulle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769" y="1988840"/>
            <a:ext cx="914400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179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Clone some zombies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5122" name="Picture 2" descr="C:\Users\reillyw\Documents\Dojo\Autumn_term_2017\zombie-showdown\code5-zombi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3700" y="1800224"/>
            <a:ext cx="4518620" cy="449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Users\reillyw\Documents\Dojo\Autumn_term_2017\zombie-showdown\zombi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933143"/>
            <a:ext cx="1543050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179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Give a hit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6146" name="Picture 2" descr="C:\Users\reillyw\Documents\Dojo\Autumn_term_2017\zombie-showdown\code6-bulle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4613" y="2076449"/>
            <a:ext cx="5773811" cy="3989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C:\Users\reillyw\Documents\Dojo\Autumn_term_2017\zombie-showdown\bulle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769" y="1988840"/>
            <a:ext cx="914400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851920" y="4293096"/>
            <a:ext cx="4392488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179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Take a hit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7170" name="Picture 2" descr="C:\Users\reillyw\Documents\Dojo\Autumn_term_2017\zombie-showdown\code7-zombi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925858"/>
            <a:ext cx="6538530" cy="3447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C:\Users\reillyw\Documents\Dojo\Autumn_term_2017\zombie-showdown\zombi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925859"/>
            <a:ext cx="1543050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644008" y="3861048"/>
            <a:ext cx="3024336" cy="11521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179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Tougher zombies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8194" name="Picture 2" descr="C:\Users\reillyw\Documents\Dojo\Autumn_term_2017\zombie-showdown\code8-zombi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6574" y="2124074"/>
            <a:ext cx="4663777" cy="4069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C:\Users\reillyw\Documents\Dojo\Autumn_term_2017\zombie-showdown\zombi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925859"/>
            <a:ext cx="1543050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5179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Hit’em</a:t>
            </a:r>
            <a:r>
              <a:rPr lang="en-GB" dirty="0" smtClean="0"/>
              <a:t> hard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4" name="Picture 3" descr="C:\Users\reillyw\Documents\Dojo\Autumn_term_2017\zombie-showdown\zombi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925859"/>
            <a:ext cx="1543050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C:\Users\reillyw\Documents\Dojo\Autumn_term_2017\zombie-showdown\code9-zombi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874" y="1705208"/>
            <a:ext cx="6480491" cy="4676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4499992" y="2708920"/>
            <a:ext cx="2232248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499992" y="3933056"/>
            <a:ext cx="3168352" cy="20882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179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Light’em</a:t>
            </a:r>
            <a:r>
              <a:rPr lang="en-GB" dirty="0" smtClean="0"/>
              <a:t> up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10242" name="Picture 2" descr="C:\Users\reillyw\Documents\Dojo\Autumn_term_2017\zombie-showdown\code10-zombi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1628800"/>
            <a:ext cx="6192688" cy="5148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C:\Users\reillyw\Documents\Dojo\Autumn_term_2017\zombie-showdown\zombi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925859"/>
            <a:ext cx="1543050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4247964" y="3645024"/>
            <a:ext cx="3564396" cy="19442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568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Zombie showdown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Part 2 It’s getting serious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883192"/>
            <a:ext cx="748030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553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Bigger Guns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1026" name="Picture 2" descr="C:\Users\reillyw\Documents\Dojo\Autumn_term_2017\zombie-showdown\zombie-showdown-part2\shooter-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926551"/>
            <a:ext cx="2781300" cy="147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reillyw\Documents\Dojo\Autumn_term_2017\zombie-showdown\zombie-showdown-part2\shooter-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1806053"/>
            <a:ext cx="3701380" cy="465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082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Pick a gun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2050" name="Picture 2" descr="C:\Users\reillyw\Documents\Dojo\Autumn_term_2017\zombie-showdown\zombie-showdown-part2\shooter-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428799"/>
            <a:ext cx="6480720" cy="5281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:\Users\reillyw\Documents\Dojo\Autumn_term_2017\zombie-showdown\zombie-showdown-part2\shooter-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536" y="1617859"/>
            <a:ext cx="1714379" cy="91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38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Switch gun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  <p:pic>
        <p:nvPicPr>
          <p:cNvPr id="3074" name="Picture 2" descr="C:\Users\reillyw\Documents\Dojo\Autumn_term_2017\zombie-showdown\zombie-showdown-part2\shooter-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0747" y="1605461"/>
            <a:ext cx="3197324" cy="4615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:\Users\reillyw\Documents\Dojo\Autumn_term_2017\zombie-showdown\zombie-showdown-part2\shooter-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536" y="1617859"/>
            <a:ext cx="1714379" cy="91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reillyw\Documents\Dojo\Autumn_term_2017\zombie-showdown\zombie-showdown-part2\shooter-5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3220" y="1605460"/>
            <a:ext cx="3623739" cy="36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38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Refactor  time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4098" name="Picture 2" descr="C:\Users\reillyw\Documents\Dojo\Autumn_term_2017\zombie-showdown\zombie-showdown-part2\shooter-6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351950"/>
            <a:ext cx="6321687" cy="5110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  <p:pic>
        <p:nvPicPr>
          <p:cNvPr id="6" name="Picture 2" descr="C:\Users\reillyw\Documents\Dojo\Autumn_term_2017\zombie-showdown\zombie-showdown-part2\shooter-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9" y="1625321"/>
            <a:ext cx="1714379" cy="91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38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Did we say “better” gun?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6" name="Picture 2" descr="C:\Users\reillyw\Documents\Dojo\Autumn_term_2017\zombie-showdown\zombie-showdown-part2\shooter-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9" y="1625321"/>
            <a:ext cx="1714379" cy="91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C:\Users\reillyw\Documents\Dojo\Autumn_term_2017\zombie-showdown\zombie-showdown-part2\shooter-7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1599246"/>
            <a:ext cx="4176464" cy="5109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389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Machine gun spray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  <p:pic>
        <p:nvPicPr>
          <p:cNvPr id="5" name="Picture 3" descr="C:\Users\reillyw\Documents\Dojo\Autumn_term_2017\zombie-showdown\zombie-showdown-part2\bullet-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556662"/>
            <a:ext cx="5544616" cy="4537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 descr="C:\Users\reillyw\Documents\Dojo\Autumn_term_2017\zombie-showdown\bulle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198" y="1556662"/>
            <a:ext cx="914400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389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More but slower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  <p:pic>
        <p:nvPicPr>
          <p:cNvPr id="6146" name="Picture 2" descr="C:\Users\reillyw\Documents\Dojo\Autumn_term_2017\zombie-showdown\zombie-showdown-part2\bullet-9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721" y="1916832"/>
            <a:ext cx="5725630" cy="3748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 descr="C:\Users\reillyw\Documents\Dojo\Autumn_term_2017\zombie-showdown\bulle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198" y="1556662"/>
            <a:ext cx="914400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389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Different Zombies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7171" name="Picture 3" descr="C:\Users\reillyw\Documents\Dojo\Autumn_term_2017\zombie-showdown\zombie-showdown-part2\zombie-1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3" y="1628800"/>
            <a:ext cx="3349997" cy="324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C:\Users\reillyw\Documents\Dojo\Autumn_term_2017\zombie-showdown\zombie-showdown-part2\zombie-10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302212"/>
            <a:ext cx="5112568" cy="3962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389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Not too many strong </a:t>
            </a:r>
            <a:r>
              <a:rPr lang="en-GB" dirty="0" err="1" smtClean="0"/>
              <a:t>uns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  <p:pic>
        <p:nvPicPr>
          <p:cNvPr id="8194" name="Picture 2" descr="C:\Users\reillyw\Documents\Dojo\Autumn_term_2017\zombie-showdown\zombie-showdown-part2\zombie-1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905866"/>
            <a:ext cx="4896544" cy="4473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5" name="Picture 3" descr="C:\Users\reillyw\Documents\Dojo\Autumn_term_2017\zombie-showdown\zombie-showdown-part2\zombie-strong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533" y="1905866"/>
            <a:ext cx="1562100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38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139</Words>
  <Application>Microsoft Office PowerPoint</Application>
  <PresentationFormat>On-screen Show (4:3)</PresentationFormat>
  <Paragraphs>41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Zombie showdown</vt:lpstr>
      <vt:lpstr>What’s our goal?</vt:lpstr>
      <vt:lpstr>Create turning shooter</vt:lpstr>
      <vt:lpstr>Create walking shooter</vt:lpstr>
      <vt:lpstr>Create a bullet and clone it</vt:lpstr>
      <vt:lpstr>Shoot some bullets</vt:lpstr>
      <vt:lpstr>Clone some zombies</vt:lpstr>
      <vt:lpstr>Give a hit</vt:lpstr>
      <vt:lpstr>Take a hit</vt:lpstr>
      <vt:lpstr>Tougher zombies</vt:lpstr>
      <vt:lpstr>Hit’em hard</vt:lpstr>
      <vt:lpstr>Light’em up</vt:lpstr>
      <vt:lpstr>Zombie showdown</vt:lpstr>
      <vt:lpstr>Bigger Guns</vt:lpstr>
      <vt:lpstr>Pick a gun</vt:lpstr>
      <vt:lpstr>Switch gun</vt:lpstr>
      <vt:lpstr>Refactor  time</vt:lpstr>
      <vt:lpstr>Did we say “better” gun?</vt:lpstr>
      <vt:lpstr>Machine gun spray</vt:lpstr>
      <vt:lpstr>More but slower</vt:lpstr>
      <vt:lpstr>Different Zombies</vt:lpstr>
      <vt:lpstr>Not too many strong uns</vt:lpstr>
    </vt:vector>
  </TitlesOfParts>
  <Company>Avaya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Micro-bit counter</dc:title>
  <dc:creator>reillyw</dc:creator>
  <cp:lastModifiedBy>reillyw</cp:lastModifiedBy>
  <cp:revision>26</cp:revision>
  <dcterms:created xsi:type="dcterms:W3CDTF">2017-10-14T09:46:02Z</dcterms:created>
  <dcterms:modified xsi:type="dcterms:W3CDTF">2017-11-05T14:50:30Z</dcterms:modified>
</cp:coreProperties>
</file>