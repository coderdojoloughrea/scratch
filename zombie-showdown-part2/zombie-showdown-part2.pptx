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8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4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00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0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9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6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0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9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4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5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89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97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5FDBC-15CD-4E78-8732-B0D7EC00803C}" type="datetimeFigureOut">
              <a:rPr lang="en-US" smtClean="0"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0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Zombie showdown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Don’t let the zombies take over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883192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4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What’s our goal?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Create a shooter that can  walk around</a:t>
            </a:r>
          </a:p>
          <a:p>
            <a:r>
              <a:rPr lang="en-GB" dirty="0" smtClean="0"/>
              <a:t>Create bullets our shooter can fire</a:t>
            </a:r>
          </a:p>
          <a:p>
            <a:r>
              <a:rPr lang="en-GB" dirty="0" smtClean="0"/>
              <a:t>Create zombies that have health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3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turning shooter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026" name="Picture 2" descr="C:\Users\reillyw\Documents\Dojo\Autumn_term_2017\zombie-showdown\shooter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55" y="1916832"/>
            <a:ext cx="1943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reillyw\Documents\Dojo\Autumn_term_2017\zombie-showdown\code1-shoot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2996"/>
            <a:ext cx="4983376" cy="399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walking shooter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2050" name="Picture 2" descr="C:\Users\reillyw\Documents\Dojo\Autumn_term_2017\zombie-showdown\code2-shoot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747" y="1916832"/>
            <a:ext cx="4190007" cy="437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reillyw\Documents\Dojo\Autumn_term_2017\zombie-showdown\shooter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55" y="1916832"/>
            <a:ext cx="1943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a bullet and clone it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3074" name="Picture 2" descr="C:\Users\reillyw\Documents\Dojo\Autumn_term_2017\zombie-showdown\code3-shoot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181" y="2060848"/>
            <a:ext cx="6212222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83" y="4939767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reillyw\Documents\Dojo\Autumn_term_2017\zombie-showdown\shooter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83" y="2023197"/>
            <a:ext cx="1943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9646" y="5455921"/>
            <a:ext cx="1315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Bullet sprite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04048" y="2390981"/>
            <a:ext cx="2229200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Code goes on shooter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Shoot some bullets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4098" name="Picture 2" descr="C:\Users\reillyw\Documents\Dojo\Autumn_term_2017\zombie-showdown\code4-bulle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63" y="1847850"/>
            <a:ext cx="3997225" cy="449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69" y="1988840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Clone some zombies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5122" name="Picture 2" descr="C:\Users\reillyw\Documents\Dojo\Autumn_term_2017\zombie-showdown\code5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1800224"/>
            <a:ext cx="4518620" cy="449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33143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Give a hit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6146" name="Picture 2" descr="C:\Users\reillyw\Documents\Dojo\Autumn_term_2017\zombie-showdown\code6-bulle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613" y="2076449"/>
            <a:ext cx="5773811" cy="398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69" y="1988840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51920" y="4293096"/>
            <a:ext cx="439248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Take a hit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7170" name="Picture 2" descr="C:\Users\reillyw\Documents\Dojo\Autumn_term_2017\zombie-showdown\code7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925858"/>
            <a:ext cx="6538530" cy="3447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644008" y="3861048"/>
            <a:ext cx="3024336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Tougher zombies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8194" name="Picture 2" descr="C:\Users\reillyw\Documents\Dojo\Autumn_term_2017\zombie-showdown\code8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574" y="2124074"/>
            <a:ext cx="4663777" cy="406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Hit’em</a:t>
            </a:r>
            <a:r>
              <a:rPr lang="en-GB" dirty="0" smtClean="0"/>
              <a:t> hard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4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C:\Users\reillyw\Documents\Dojo\Autumn_term_2017\zombie-showdown\code9-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74" y="1705208"/>
            <a:ext cx="6480491" cy="4676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499992" y="2708920"/>
            <a:ext cx="223224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499992" y="3933056"/>
            <a:ext cx="3168352" cy="20882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Light’em</a:t>
            </a:r>
            <a:r>
              <a:rPr lang="en-GB" dirty="0" smtClean="0"/>
              <a:t> up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0242" name="Picture 2" descr="C:\Users\reillyw\Documents\Dojo\Autumn_term_2017\zombie-showdown\code10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628800"/>
            <a:ext cx="6192688" cy="514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247964" y="3645024"/>
            <a:ext cx="3564396" cy="1944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568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Zombie showdown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Part 2 It’s getting serious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883192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53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Bigger Guns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02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26551"/>
            <a:ext cx="27813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reillyw\Documents\Dojo\Autumn_term_2017\zombie-showdown\zombie-showdown-part2\shooter-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806053"/>
            <a:ext cx="3701380" cy="465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82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Pick a gun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2050" name="Picture 2" descr="C:\Users\reillyw\Documents\Dojo\Autumn_term_2017\zombie-showdown\zombie-showdown-part2\shooter-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428799"/>
            <a:ext cx="6480720" cy="528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36" y="1617859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Switch gun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3074" name="Picture 2" descr="C:\Users\reillyw\Documents\Dojo\Autumn_term_2017\zombie-showdown\zombie-showdown-part2\shooter-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747" y="1605461"/>
            <a:ext cx="3197324" cy="4615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36" y="1617859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reillyw\Documents\Dojo\Autumn_term_2017\zombie-showdown\zombie-showdown-part2\shooter-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220" y="1605460"/>
            <a:ext cx="3623739" cy="36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Refactor  time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4098" name="Picture 2" descr="C:\Users\reillyw\Documents\Dojo\Autumn_term_2017\zombie-showdown\zombie-showdown-part2\shooter-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351950"/>
            <a:ext cx="6321687" cy="511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" y="1625321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Did we say “better” gun?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" y="1625321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:\Users\reillyw\Documents\Dojo\Autumn_term_2017\zombie-showdown\zombie-showdown-part2\shooter-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599246"/>
            <a:ext cx="4176464" cy="5109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Machine gun spray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5" name="Picture 3" descr="C:\Users\reillyw\Documents\Dojo\Autumn_term_2017\zombie-showdown\zombie-showdown-part2\bullet-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556662"/>
            <a:ext cx="5544616" cy="4537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98" y="1556662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More but slower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6146" name="Picture 2" descr="C:\Users\reillyw\Documents\Dojo\Autumn_term_2017\zombie-showdown\zombie-showdown-part2\bullet-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721" y="1916832"/>
            <a:ext cx="5725630" cy="3748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98" y="1556662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Different Zombies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7171" name="Picture 3" descr="C:\Users\reillyw\Documents\Dojo\Autumn_term_2017\zombie-showdown\zombie-showdown-part2\zombie-1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628800"/>
            <a:ext cx="3349997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C:\Users\reillyw\Documents\Dojo\Autumn_term_2017\zombie-showdown\zombie-showdown-part2\zombie-1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302212"/>
            <a:ext cx="5112568" cy="396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Not too many strong </a:t>
            </a:r>
            <a:r>
              <a:rPr lang="en-GB" dirty="0" err="1" smtClean="0"/>
              <a:t>uns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8194" name="Picture 2" descr="C:\Users\reillyw\Documents\Dojo\Autumn_term_2017\zombie-showdown\zombie-showdown-part2\zombie-1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905866"/>
            <a:ext cx="4896544" cy="447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Users\reillyw\Documents\Dojo\Autumn_term_2017\zombie-showdown\zombie-showdown-part2\zombie-stron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33" y="1905866"/>
            <a:ext cx="156210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Hard to kill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5" name="Picture 3" descr="C:\Users\reillyw\Documents\Dojo\Autumn_term_2017\zombie-showdown\zombie-showdown-part2\zombie-stron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33" y="1905866"/>
            <a:ext cx="156210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C:\Users\reillyw\Documents\Dojo\Autumn_term_2017\zombie-showdown\zombie-showdown-part2\zombie-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905866"/>
            <a:ext cx="4911572" cy="4187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But slow to move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10242" name="Picture 2" descr="C:\Users\reillyw\Documents\Dojo\Autumn_term_2017\zombie-showdown\zombie-showdown-part2\zombie-1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988840"/>
            <a:ext cx="4392488" cy="3975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reillyw\Documents\Dojo\Autumn_term_2017\zombie-showdown\zombie-showdown-part2\zombie-stron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33" y="1905866"/>
            <a:ext cx="156210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Make some damage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1266" name="Picture 2" descr="C:\Users\reillyw\Documents\Dojo\Autumn_term_2017\zombie-showdown\zombie-showdown-part2\shooter-1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625320"/>
            <a:ext cx="4896544" cy="3911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" y="1625321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Damage that counts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5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" y="1625321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C:\Users\reillyw\Documents\Dojo\Autumn_term_2017\zombie-showdown\zombie-showdown-part2\shooter-1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16832"/>
            <a:ext cx="4166177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C:\Users\reillyw\Documents\Dojo\Autumn_term_2017\zombie-showdown\zombie-showdown-part2\shooter-16-B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601" y="1940527"/>
            <a:ext cx="2019653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Different lives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13314" name="Picture 2" descr="C:\Users\reillyw\Documents\Dojo\Autumn_term_2017\zombie-showdown\zombie-showdown-part2\zombie-1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950" y="2132856"/>
            <a:ext cx="5339541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Picture 3" descr="C:\Users\reillyw\Documents\Dojo\Autumn_term_2017\zombie-showdown\zombie-showdown-part2\zombie-normal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8" y="1661368"/>
            <a:ext cx="1428750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Healthy hearts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4338" name="Picture 2" descr="C:\Users\reillyw\Documents\Dojo\Autumn_term_2017\zombie-showdown\zombie-showdown-part2\hearts-18-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32" y="1412776"/>
            <a:ext cx="1740193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Picture 3" descr="C:\Users\reillyw\Documents\Dojo\Autumn_term_2017\zombie-showdown\zombie-showdown-part2\hearts-1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325" y="1838325"/>
            <a:ext cx="4048125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C:\Users\reillyw\Documents\Dojo\Autumn_term_2017\zombie-showdown\zombie-showdown-part2\hearts-18-B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838324"/>
            <a:ext cx="2602389" cy="191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Healthy hearts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15363" name="Picture 3" descr="C:\Users\reillyw\Documents\Dojo\Autumn_term_2017\zombie-showdown\zombie-showdown-part2\shooter-19-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517" y="2420888"/>
            <a:ext cx="2475560" cy="260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" y="1625321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2" name="Picture 2" descr="C:\Users\reillyw\Documents\Dojo\Autumn_term_2017\zombie-showdown\zombie-showdown-part2\shooter-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132856"/>
            <a:ext cx="3931775" cy="2891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0638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When your heart stops!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16386" name="Picture 2" descr="C:\Users\reillyw\Documents\Dojo\Autumn_term_2017\zombie-showdown\zombie-showdown-part2\hearts-2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844824"/>
            <a:ext cx="3885715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7" name="Picture 3" descr="C:\Users\reillyw\Documents\Dojo\Autumn_term_2017\zombie-showdown\zombie-showdown-part2\heart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44824"/>
            <a:ext cx="3240360" cy="122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736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175</Words>
  <Application>Microsoft Office PowerPoint</Application>
  <PresentationFormat>On-screen Show (4:3)</PresentationFormat>
  <Paragraphs>53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Zombie showdown</vt:lpstr>
      <vt:lpstr>What’s our goal?</vt:lpstr>
      <vt:lpstr>Create turning shooter</vt:lpstr>
      <vt:lpstr>Create walking shooter</vt:lpstr>
      <vt:lpstr>Create a bullet and clone it</vt:lpstr>
      <vt:lpstr>Shoot some bullets</vt:lpstr>
      <vt:lpstr>Clone some zombies</vt:lpstr>
      <vt:lpstr>Give a hit</vt:lpstr>
      <vt:lpstr>Take a hit</vt:lpstr>
      <vt:lpstr>Tougher zombies</vt:lpstr>
      <vt:lpstr>Hit’em hard</vt:lpstr>
      <vt:lpstr>Light’em up</vt:lpstr>
      <vt:lpstr>Zombie showdown</vt:lpstr>
      <vt:lpstr>Bigger Guns</vt:lpstr>
      <vt:lpstr>Pick a gun</vt:lpstr>
      <vt:lpstr>Switch gun</vt:lpstr>
      <vt:lpstr>Refactor  time</vt:lpstr>
      <vt:lpstr>Did we say “better” gun?</vt:lpstr>
      <vt:lpstr>Machine gun spray</vt:lpstr>
      <vt:lpstr>More but slower</vt:lpstr>
      <vt:lpstr>Different Zombies</vt:lpstr>
      <vt:lpstr>Not too many strong uns</vt:lpstr>
      <vt:lpstr>Hard to kill</vt:lpstr>
      <vt:lpstr>But slow to move</vt:lpstr>
      <vt:lpstr>Make some damage</vt:lpstr>
      <vt:lpstr>Damage that counts</vt:lpstr>
      <vt:lpstr>Different lives</vt:lpstr>
      <vt:lpstr>Healthy hearts</vt:lpstr>
      <vt:lpstr>Healthy hearts</vt:lpstr>
      <vt:lpstr>When your heart stops!</vt:lpstr>
    </vt:vector>
  </TitlesOfParts>
  <Company>Avaya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Micro-bit counter</dc:title>
  <dc:creator>reillyw</dc:creator>
  <cp:lastModifiedBy>reillyw</cp:lastModifiedBy>
  <cp:revision>25</cp:revision>
  <dcterms:created xsi:type="dcterms:W3CDTF">2017-10-14T09:46:02Z</dcterms:created>
  <dcterms:modified xsi:type="dcterms:W3CDTF">2017-10-31T12:58:59Z</dcterms:modified>
</cp:coreProperties>
</file>